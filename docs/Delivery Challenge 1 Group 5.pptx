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jpeg" ContentType="image/jpeg"/>
  <Override PartName="/ppt/media/image2.png" ContentType="image/png"/>
  <Override PartName="/ppt/media/image3.jpeg" ContentType="image/jpe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sz="1800" spc="-1" strike="noStrike">
                <a:solidFill>
                  <a:schemeClr val="dk1"/>
                </a:solidFill>
                <a:latin typeface="Univers Condensed Light"/>
              </a:rPr>
              <a:t>Click to move the slide</a:t>
            </a:r>
            <a:endParaRPr b="0" sz="18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C9944EF5-1EAA-48B6-A1F2-4A951D4D495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50DFE08-6A58-4DD2-82EC-EDF0B823E9B2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04EDC0C-1FAE-4320-A538-864C92F327D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B588364-6432-4258-BD31-A4B9753E20E2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68959AC-00AB-4921-BB34-90B3E690F22F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68711B4-B779-4D01-A2DF-7734F958FB37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3A36C25-BAB5-4A08-AA34-18649187401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Aptos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1CFB67-7850-470A-A969-A1A1D39C5605}" type="slidenum">
              <a:rPr b="0" lang="en-US" sz="1200" spc="-1" strike="noStrike">
                <a:solidFill>
                  <a:srgbClr val="000000"/>
                </a:solidFill>
                <a:latin typeface="Aptos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sz="18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786F66E-2A04-46C6-893B-E77A2C523B2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E7969CF-0242-4E73-83E6-5CDCB2FF99E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B8190A6D-97C9-4204-A622-16F0B1EFD50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sz="18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E60F7E3-AC98-4E3A-B8D1-651E7D3C17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5F277E8-4448-49B5-B6B9-E92E54390D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sz="18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EA599953-A27A-4508-8EAB-775EC30D108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6B8C268-873D-4C4E-9D63-2C2CE2B7E78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302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sz="18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8D82E99A-29F0-4130-8F5D-DC2DC19A829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23536C6B-862C-49D6-9596-0DB2D208345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5D65DE06-B716-4E66-81C1-AAB60D32A76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1A0FEE7A-82AD-4CC5-A5EE-211A679376C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0" name="Straight Connector 20"/>
          <p:cNvCxnSpPr/>
          <p:nvPr/>
        </p:nvCxnSpPr>
        <p:spPr>
          <a:xfrm flipH="1">
            <a:off x="0" y="0"/>
            <a:ext cx="3119760" cy="686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" name="Straight Connector 21"/>
          <p:cNvCxnSpPr/>
          <p:nvPr/>
        </p:nvCxnSpPr>
        <p:spPr>
          <a:xfrm flipH="1">
            <a:off x="0" y="0"/>
            <a:ext cx="903960" cy="654372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2" name="Straight Connector 22"/>
          <p:cNvCxnSpPr/>
          <p:nvPr/>
        </p:nvCxnSpPr>
        <p:spPr>
          <a:xfrm flipH="1" flipV="1">
            <a:off x="-42840" y="5790960"/>
            <a:ext cx="6286680" cy="10674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3" name="Straight Connector 23"/>
          <p:cNvCxnSpPr/>
          <p:nvPr/>
        </p:nvCxnSpPr>
        <p:spPr>
          <a:xfrm flipH="1">
            <a:off x="8462880" y="5848200"/>
            <a:ext cx="3729240" cy="1010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4" name="Straight Connector 24"/>
          <p:cNvCxnSpPr/>
          <p:nvPr/>
        </p:nvCxnSpPr>
        <p:spPr>
          <a:xfrm flipH="1">
            <a:off x="11543040" y="1647720"/>
            <a:ext cx="649080" cy="52106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5" name="Straight Connector 25"/>
          <p:cNvCxnSpPr/>
          <p:nvPr/>
        </p:nvCxnSpPr>
        <p:spPr>
          <a:xfrm flipH="1" flipV="1">
            <a:off x="10781280" y="0"/>
            <a:ext cx="1410840" cy="42584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6" name="Straight Connector 26"/>
          <p:cNvCxnSpPr/>
          <p:nvPr/>
        </p:nvCxnSpPr>
        <p:spPr>
          <a:xfrm flipH="1" flipV="1">
            <a:off x="6529320" y="-4680"/>
            <a:ext cx="5662800" cy="9320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302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i="1" lang="en-US" sz="6600" spc="-1" strike="noStrike" cap="all">
                <a:solidFill>
                  <a:schemeClr val="dk2"/>
                </a:solidFill>
                <a:latin typeface="Walbaum Display Light"/>
              </a:rPr>
              <a:t>Click to </a:t>
            </a:r>
            <a:r>
              <a:rPr b="0" i="1" lang="en-US" sz="6600" spc="-1" strike="noStrike" cap="all">
                <a:solidFill>
                  <a:schemeClr val="dk2"/>
                </a:solidFill>
                <a:latin typeface="Walbaum Display Light"/>
              </a:rPr>
              <a:t>edit </a:t>
            </a:r>
            <a:r>
              <a:rPr b="0" i="1" lang="en-US" sz="6600" spc="-1" strike="noStrike" cap="all">
                <a:solidFill>
                  <a:schemeClr val="dk2"/>
                </a:solidFill>
                <a:latin typeface="Walbaum Display Light"/>
              </a:rPr>
              <a:t>Master </a:t>
            </a:r>
            <a:r>
              <a:rPr b="0" i="1" lang="en-US" sz="6600" spc="-1" strike="noStrike" cap="all">
                <a:solidFill>
                  <a:schemeClr val="dk2"/>
                </a:solidFill>
                <a:latin typeface="Walbaum Display Light"/>
              </a:rPr>
              <a:t>title </a:t>
            </a:r>
            <a:r>
              <a:rPr b="0" i="1" lang="en-US" sz="6600" spc="-1" strike="noStrike" cap="all">
                <a:solidFill>
                  <a:schemeClr val="dk2"/>
                </a:solidFill>
                <a:latin typeface="Walbaum Display Light"/>
              </a:rPr>
              <a:t>style</a:t>
            </a:r>
            <a:endParaRPr b="0" sz="66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dt" idx="1"/>
          </p:nvPr>
        </p:nvSpPr>
        <p:spPr>
          <a:xfrm>
            <a:off x="7337160" y="6399000"/>
            <a:ext cx="41936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&lt;date/time&gt;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2"/>
          </p:nvPr>
        </p:nvSpPr>
        <p:spPr>
          <a:xfrm>
            <a:off x="154440" y="6399000"/>
            <a:ext cx="44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3"/>
          </p:nvPr>
        </p:nvSpPr>
        <p:spPr>
          <a:xfrm>
            <a:off x="11602440" y="6399000"/>
            <a:ext cx="4705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122D81-5FC7-43CC-93CF-E9675D1331F1}" type="slidenum"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2400" spc="-1" strike="noStrike">
                <a:solidFill>
                  <a:schemeClr val="dk2"/>
                </a:solidFill>
                <a:latin typeface="Univers Condensed Light"/>
              </a:rPr>
              <a:t>Click to edit the outline text format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sz="1800" spc="-1" strike="noStrike">
                <a:solidFill>
                  <a:schemeClr val="dk2"/>
                </a:solidFill>
                <a:latin typeface="Univers Condensed Light"/>
              </a:rPr>
              <a:t>Second Outline Level</a:t>
            </a:r>
            <a:endParaRPr b="0" sz="1800" spc="-1" strike="noStrike">
              <a:solidFill>
                <a:schemeClr val="dk2"/>
              </a:solidFill>
              <a:latin typeface="Univers Condensed Light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1600" spc="-1" strike="noStrike">
                <a:solidFill>
                  <a:schemeClr val="dk2"/>
                </a:solidFill>
                <a:latin typeface="Univers Condensed Light"/>
              </a:rPr>
              <a:t>Third Outline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sz="1600" spc="-1" strike="noStrike">
                <a:solidFill>
                  <a:schemeClr val="dk2"/>
                </a:solidFill>
                <a:latin typeface="Univers Condensed Light"/>
              </a:rPr>
              <a:t>Fourth Outline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2000" spc="-1" strike="noStrike">
                <a:solidFill>
                  <a:schemeClr val="dk2"/>
                </a:solidFill>
                <a:latin typeface="Univers Condensed Light"/>
              </a:rPr>
              <a:t>Fifth Outline Level</a:t>
            </a:r>
            <a:endParaRPr b="0" sz="2000" spc="-1" strike="noStrike">
              <a:solidFill>
                <a:schemeClr val="dk2"/>
              </a:solidFill>
              <a:latin typeface="Univers Condensed Light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2000" spc="-1" strike="noStrike">
                <a:solidFill>
                  <a:schemeClr val="dk2"/>
                </a:solidFill>
                <a:latin typeface="Univers Condensed Light"/>
              </a:rPr>
              <a:t>Sixth Outline Level</a:t>
            </a:r>
            <a:endParaRPr b="0" sz="2000" spc="-1" strike="noStrike">
              <a:solidFill>
                <a:schemeClr val="dk2"/>
              </a:solidFill>
              <a:latin typeface="Univers Condensed Light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sz="2000" spc="-1" strike="noStrike">
                <a:solidFill>
                  <a:schemeClr val="dk2"/>
                </a:solidFill>
                <a:latin typeface="Univers Condensed Light"/>
              </a:rPr>
              <a:t>Seventh Outline Level</a:t>
            </a:r>
            <a:endParaRPr b="0" sz="2000" spc="-1" strike="noStrike">
              <a:solidFill>
                <a:schemeClr val="dk2"/>
              </a:solidFill>
              <a:latin typeface="Univers Condensed Light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20"/>
          <p:cNvCxnSpPr/>
          <p:nvPr/>
        </p:nvCxnSpPr>
        <p:spPr>
          <a:xfrm flipH="1">
            <a:off x="0" y="0"/>
            <a:ext cx="3119760" cy="686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5" name="Straight Connector 21"/>
          <p:cNvCxnSpPr/>
          <p:nvPr/>
        </p:nvCxnSpPr>
        <p:spPr>
          <a:xfrm flipH="1">
            <a:off x="0" y="0"/>
            <a:ext cx="903960" cy="654372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6" name="Straight Connector 22"/>
          <p:cNvCxnSpPr/>
          <p:nvPr/>
        </p:nvCxnSpPr>
        <p:spPr>
          <a:xfrm flipH="1" flipV="1">
            <a:off x="-42840" y="5790960"/>
            <a:ext cx="6286680" cy="10674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7" name="Straight Connector 23"/>
          <p:cNvCxnSpPr/>
          <p:nvPr/>
        </p:nvCxnSpPr>
        <p:spPr>
          <a:xfrm flipH="1">
            <a:off x="8462880" y="5848200"/>
            <a:ext cx="3729240" cy="1010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8" name="Straight Connector 24"/>
          <p:cNvCxnSpPr/>
          <p:nvPr/>
        </p:nvCxnSpPr>
        <p:spPr>
          <a:xfrm flipH="1">
            <a:off x="11543040" y="1647720"/>
            <a:ext cx="649080" cy="52106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9" name="Straight Connector 25"/>
          <p:cNvCxnSpPr/>
          <p:nvPr/>
        </p:nvCxnSpPr>
        <p:spPr>
          <a:xfrm flipH="1" flipV="1">
            <a:off x="10781280" y="0"/>
            <a:ext cx="1410840" cy="42584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20" name="Straight Connector 26"/>
          <p:cNvCxnSpPr/>
          <p:nvPr/>
        </p:nvCxnSpPr>
        <p:spPr>
          <a:xfrm flipH="1" flipV="1">
            <a:off x="6529320" y="-4680"/>
            <a:ext cx="5662800" cy="9320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143000" y="533520"/>
            <a:ext cx="9905760" cy="138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i="1" lang="en-US" sz="4400" spc="-1" strike="noStrike" cap="all">
                <a:solidFill>
                  <a:schemeClr val="dk2"/>
                </a:solidFill>
                <a:latin typeface="Walbaum Display Light"/>
              </a:rPr>
              <a:t>Click to edit Master title style</a:t>
            </a:r>
            <a:endParaRPr b="0" sz="44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1143000" y="2009520"/>
            <a:ext cx="9905760" cy="40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Univers Condensed Light"/>
              </a:rPr>
              <a:t>Click to edit Master text styles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lvl="1" marL="6858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000" spc="-1" strike="noStrike">
                <a:solidFill>
                  <a:schemeClr val="dk2"/>
                </a:solidFill>
                <a:latin typeface="Univers Condensed Light"/>
              </a:rPr>
              <a:t>Second level</a:t>
            </a:r>
            <a:endParaRPr b="0" sz="2000" spc="-1" strike="noStrike">
              <a:solidFill>
                <a:schemeClr val="dk2"/>
              </a:solidFill>
              <a:latin typeface="Univers Condensed Light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800" spc="-1" strike="noStrike">
                <a:solidFill>
                  <a:schemeClr val="dk2"/>
                </a:solidFill>
                <a:latin typeface="Univers Condensed Light"/>
              </a:rPr>
              <a:t>Third level</a:t>
            </a:r>
            <a:endParaRPr b="0" sz="1800" spc="-1" strike="noStrike">
              <a:solidFill>
                <a:schemeClr val="dk2"/>
              </a:solidFill>
              <a:latin typeface="Univers Condensed Light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Fourth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Fifth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4"/>
          </p:nvPr>
        </p:nvSpPr>
        <p:spPr>
          <a:xfrm>
            <a:off x="7337160" y="6399000"/>
            <a:ext cx="41936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&lt;date/time&gt;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5"/>
          </p:nvPr>
        </p:nvSpPr>
        <p:spPr>
          <a:xfrm>
            <a:off x="154440" y="6399000"/>
            <a:ext cx="44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6"/>
          </p:nvPr>
        </p:nvSpPr>
        <p:spPr>
          <a:xfrm>
            <a:off x="11602440" y="6399000"/>
            <a:ext cx="4705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15CE05-D2EE-4C9D-ABDA-D5CE0A67F6C2}" type="slidenum"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Straight Connector 20"/>
          <p:cNvCxnSpPr/>
          <p:nvPr/>
        </p:nvCxnSpPr>
        <p:spPr>
          <a:xfrm flipH="1">
            <a:off x="0" y="0"/>
            <a:ext cx="3119760" cy="686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27" name="Straight Connector 21"/>
          <p:cNvCxnSpPr/>
          <p:nvPr/>
        </p:nvCxnSpPr>
        <p:spPr>
          <a:xfrm flipH="1">
            <a:off x="0" y="0"/>
            <a:ext cx="903960" cy="654372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28" name="Straight Connector 22"/>
          <p:cNvCxnSpPr/>
          <p:nvPr/>
        </p:nvCxnSpPr>
        <p:spPr>
          <a:xfrm flipH="1" flipV="1">
            <a:off x="-42840" y="5790960"/>
            <a:ext cx="6286680" cy="10674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29" name="Straight Connector 23"/>
          <p:cNvCxnSpPr/>
          <p:nvPr/>
        </p:nvCxnSpPr>
        <p:spPr>
          <a:xfrm flipH="1">
            <a:off x="8462880" y="5848200"/>
            <a:ext cx="3729240" cy="1010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30" name="Straight Connector 24"/>
          <p:cNvCxnSpPr/>
          <p:nvPr/>
        </p:nvCxnSpPr>
        <p:spPr>
          <a:xfrm flipH="1">
            <a:off x="11543040" y="1647720"/>
            <a:ext cx="649080" cy="52106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31" name="Straight Connector 25"/>
          <p:cNvCxnSpPr/>
          <p:nvPr/>
        </p:nvCxnSpPr>
        <p:spPr>
          <a:xfrm flipH="1" flipV="1">
            <a:off x="10781280" y="0"/>
            <a:ext cx="1410840" cy="42584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32" name="Straight Connector 26"/>
          <p:cNvCxnSpPr/>
          <p:nvPr/>
        </p:nvCxnSpPr>
        <p:spPr>
          <a:xfrm flipH="1" flipV="1">
            <a:off x="6529320" y="-4680"/>
            <a:ext cx="5662800" cy="9320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i="1" lang="en-US" sz="4400" spc="-1" strike="noStrike" cap="all">
                <a:solidFill>
                  <a:schemeClr val="dk2"/>
                </a:solidFill>
                <a:latin typeface="Walbaum Display Light"/>
              </a:rPr>
              <a:t>Click to edit Master title style</a:t>
            </a:r>
            <a:endParaRPr b="0" sz="44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Univers Condensed Light"/>
              </a:rPr>
              <a:t>Click to edit Master text styles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lvl="1" marL="6858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000" spc="-1" strike="noStrike">
                <a:solidFill>
                  <a:schemeClr val="dk2"/>
                </a:solidFill>
                <a:latin typeface="Univers Condensed Light"/>
              </a:rPr>
              <a:t>Second level</a:t>
            </a:r>
            <a:endParaRPr b="0" sz="2000" spc="-1" strike="noStrike">
              <a:solidFill>
                <a:schemeClr val="dk2"/>
              </a:solidFill>
              <a:latin typeface="Univers Condensed Light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800" spc="-1" strike="noStrike">
                <a:solidFill>
                  <a:schemeClr val="dk2"/>
                </a:solidFill>
                <a:latin typeface="Univers Condensed Light"/>
              </a:rPr>
              <a:t>Third level</a:t>
            </a:r>
            <a:endParaRPr b="0" sz="1800" spc="-1" strike="noStrike">
              <a:solidFill>
                <a:schemeClr val="dk2"/>
              </a:solidFill>
              <a:latin typeface="Univers Condensed Light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Fourth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Fifth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7"/>
          </p:nvPr>
        </p:nvSpPr>
        <p:spPr>
          <a:xfrm>
            <a:off x="7337160" y="6399000"/>
            <a:ext cx="41936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&lt;date/time&gt;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8"/>
          </p:nvPr>
        </p:nvSpPr>
        <p:spPr>
          <a:xfrm>
            <a:off x="154440" y="6399000"/>
            <a:ext cx="44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9"/>
          </p:nvPr>
        </p:nvSpPr>
        <p:spPr>
          <a:xfrm>
            <a:off x="11602440" y="6399000"/>
            <a:ext cx="4705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567963-05CF-4E26-BAA9-F32E7F21C1EF}" type="slidenum"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20"/>
          <p:cNvCxnSpPr/>
          <p:nvPr/>
        </p:nvCxnSpPr>
        <p:spPr>
          <a:xfrm flipH="1">
            <a:off x="0" y="0"/>
            <a:ext cx="3119760" cy="686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39" name="Straight Connector 21"/>
          <p:cNvCxnSpPr/>
          <p:nvPr/>
        </p:nvCxnSpPr>
        <p:spPr>
          <a:xfrm flipH="1">
            <a:off x="0" y="0"/>
            <a:ext cx="903960" cy="654372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40" name="Straight Connector 22"/>
          <p:cNvCxnSpPr/>
          <p:nvPr/>
        </p:nvCxnSpPr>
        <p:spPr>
          <a:xfrm flipH="1" flipV="1">
            <a:off x="-42840" y="5790960"/>
            <a:ext cx="6286680" cy="10674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41" name="Straight Connector 23"/>
          <p:cNvCxnSpPr/>
          <p:nvPr/>
        </p:nvCxnSpPr>
        <p:spPr>
          <a:xfrm flipH="1">
            <a:off x="8462880" y="5848200"/>
            <a:ext cx="3729240" cy="1010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42" name="Straight Connector 24"/>
          <p:cNvCxnSpPr/>
          <p:nvPr/>
        </p:nvCxnSpPr>
        <p:spPr>
          <a:xfrm flipH="1">
            <a:off x="11543040" y="1647720"/>
            <a:ext cx="649080" cy="52106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43" name="Straight Connector 25"/>
          <p:cNvCxnSpPr/>
          <p:nvPr/>
        </p:nvCxnSpPr>
        <p:spPr>
          <a:xfrm flipH="1" flipV="1">
            <a:off x="10781280" y="0"/>
            <a:ext cx="1410840" cy="42584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44" name="Straight Connector 26"/>
          <p:cNvCxnSpPr/>
          <p:nvPr/>
        </p:nvCxnSpPr>
        <p:spPr>
          <a:xfrm flipH="1" flipV="1">
            <a:off x="6529320" y="-4680"/>
            <a:ext cx="5662800" cy="9320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1143000" y="533520"/>
            <a:ext cx="9905760" cy="138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i="1" lang="en-US" sz="4400" spc="-1" strike="noStrike" cap="all">
                <a:solidFill>
                  <a:schemeClr val="dk2"/>
                </a:solidFill>
                <a:latin typeface="Walbaum Display Light"/>
              </a:rPr>
              <a:t>Click to edit Master title style</a:t>
            </a:r>
            <a:endParaRPr b="0" sz="44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1143000" y="2009520"/>
            <a:ext cx="9905760" cy="40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Univers Condensed Light"/>
              </a:rPr>
              <a:t>Click to edit Master text styles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lvl="1" marL="6858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000" spc="-1" strike="noStrike">
                <a:solidFill>
                  <a:schemeClr val="dk2"/>
                </a:solidFill>
                <a:latin typeface="Univers Condensed Light"/>
              </a:rPr>
              <a:t>Second level</a:t>
            </a:r>
            <a:endParaRPr b="0" sz="2000" spc="-1" strike="noStrike">
              <a:solidFill>
                <a:schemeClr val="dk2"/>
              </a:solidFill>
              <a:latin typeface="Univers Condensed Light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800" spc="-1" strike="noStrike">
                <a:solidFill>
                  <a:schemeClr val="dk2"/>
                </a:solidFill>
                <a:latin typeface="Univers Condensed Light"/>
              </a:rPr>
              <a:t>Third level</a:t>
            </a:r>
            <a:endParaRPr b="0" sz="1800" spc="-1" strike="noStrike">
              <a:solidFill>
                <a:schemeClr val="dk2"/>
              </a:solidFill>
              <a:latin typeface="Univers Condensed Light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Fourth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Fifth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10"/>
          </p:nvPr>
        </p:nvSpPr>
        <p:spPr>
          <a:xfrm>
            <a:off x="7337160" y="6399000"/>
            <a:ext cx="41936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&lt;date/time&gt;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11"/>
          </p:nvPr>
        </p:nvSpPr>
        <p:spPr>
          <a:xfrm>
            <a:off x="154440" y="6399000"/>
            <a:ext cx="44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12"/>
          </p:nvPr>
        </p:nvSpPr>
        <p:spPr>
          <a:xfrm>
            <a:off x="11602440" y="6399000"/>
            <a:ext cx="4705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E5BB07-5FA3-435B-BFCC-501C1F12759B}" type="slidenum"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" name="Straight Connector 20"/>
          <p:cNvCxnSpPr/>
          <p:nvPr/>
        </p:nvCxnSpPr>
        <p:spPr>
          <a:xfrm flipH="1">
            <a:off x="0" y="0"/>
            <a:ext cx="3119760" cy="686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53" name="Straight Connector 21"/>
          <p:cNvCxnSpPr/>
          <p:nvPr/>
        </p:nvCxnSpPr>
        <p:spPr>
          <a:xfrm flipH="1">
            <a:off x="0" y="0"/>
            <a:ext cx="903960" cy="654372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54" name="Straight Connector 22"/>
          <p:cNvCxnSpPr/>
          <p:nvPr/>
        </p:nvCxnSpPr>
        <p:spPr>
          <a:xfrm flipH="1" flipV="1">
            <a:off x="-42840" y="5790960"/>
            <a:ext cx="6286680" cy="10674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55" name="Straight Connector 23"/>
          <p:cNvCxnSpPr/>
          <p:nvPr/>
        </p:nvCxnSpPr>
        <p:spPr>
          <a:xfrm flipH="1">
            <a:off x="8462880" y="5848200"/>
            <a:ext cx="3729240" cy="1010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56" name="Straight Connector 24"/>
          <p:cNvCxnSpPr/>
          <p:nvPr/>
        </p:nvCxnSpPr>
        <p:spPr>
          <a:xfrm flipH="1">
            <a:off x="11543040" y="1647720"/>
            <a:ext cx="649080" cy="52106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57" name="Straight Connector 25"/>
          <p:cNvCxnSpPr/>
          <p:nvPr/>
        </p:nvCxnSpPr>
        <p:spPr>
          <a:xfrm flipH="1" flipV="1">
            <a:off x="10781280" y="0"/>
            <a:ext cx="1410840" cy="42584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58" name="Straight Connector 26"/>
          <p:cNvCxnSpPr/>
          <p:nvPr/>
        </p:nvCxnSpPr>
        <p:spPr>
          <a:xfrm flipH="1" flipV="1">
            <a:off x="6529320" y="-4680"/>
            <a:ext cx="5662800" cy="9320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i="1" lang="en-US" sz="6000" spc="-1" strike="noStrike" cap="all">
                <a:solidFill>
                  <a:schemeClr val="dk2"/>
                </a:solidFill>
                <a:latin typeface="Walbaum Display Light"/>
              </a:rPr>
              <a:t>Click to edit Master title style</a:t>
            </a:r>
            <a:endParaRPr b="0" sz="60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tint val="75000"/>
                  </a:schemeClr>
                </a:solidFill>
                <a:latin typeface="Univers Condensed Light"/>
              </a:rPr>
              <a:t>Click to edit Master text styles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dt" idx="13"/>
          </p:nvPr>
        </p:nvSpPr>
        <p:spPr>
          <a:xfrm>
            <a:off x="7337160" y="6399000"/>
            <a:ext cx="41936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&lt;date/time&gt;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ftr" idx="14"/>
          </p:nvPr>
        </p:nvSpPr>
        <p:spPr>
          <a:xfrm>
            <a:off x="154440" y="6399000"/>
            <a:ext cx="44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sldNum" idx="15"/>
          </p:nvPr>
        </p:nvSpPr>
        <p:spPr>
          <a:xfrm>
            <a:off x="11602440" y="6399000"/>
            <a:ext cx="4705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6D9569-190A-4E0A-9F96-1B85B8F94C17}" type="slidenum"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" name="Straight Connector 20"/>
          <p:cNvCxnSpPr/>
          <p:nvPr/>
        </p:nvCxnSpPr>
        <p:spPr>
          <a:xfrm flipH="1">
            <a:off x="0" y="0"/>
            <a:ext cx="3119760" cy="686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65" name="Straight Connector 21"/>
          <p:cNvCxnSpPr/>
          <p:nvPr/>
        </p:nvCxnSpPr>
        <p:spPr>
          <a:xfrm flipH="1">
            <a:off x="0" y="0"/>
            <a:ext cx="903960" cy="654372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66" name="Straight Connector 22"/>
          <p:cNvCxnSpPr/>
          <p:nvPr/>
        </p:nvCxnSpPr>
        <p:spPr>
          <a:xfrm flipH="1" flipV="1">
            <a:off x="-42840" y="5790960"/>
            <a:ext cx="6286680" cy="10674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67" name="Straight Connector 23"/>
          <p:cNvCxnSpPr/>
          <p:nvPr/>
        </p:nvCxnSpPr>
        <p:spPr>
          <a:xfrm flipH="1">
            <a:off x="8462880" y="5848200"/>
            <a:ext cx="3729240" cy="1010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68" name="Straight Connector 24"/>
          <p:cNvCxnSpPr/>
          <p:nvPr/>
        </p:nvCxnSpPr>
        <p:spPr>
          <a:xfrm flipH="1">
            <a:off x="11543040" y="1647720"/>
            <a:ext cx="649080" cy="52106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69" name="Straight Connector 25"/>
          <p:cNvCxnSpPr/>
          <p:nvPr/>
        </p:nvCxnSpPr>
        <p:spPr>
          <a:xfrm flipH="1" flipV="1">
            <a:off x="10781280" y="0"/>
            <a:ext cx="1410840" cy="42584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70" name="Straight Connector 26"/>
          <p:cNvCxnSpPr/>
          <p:nvPr/>
        </p:nvCxnSpPr>
        <p:spPr>
          <a:xfrm flipH="1" flipV="1">
            <a:off x="6529320" y="-4680"/>
            <a:ext cx="5662800" cy="9320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1143000" y="533520"/>
            <a:ext cx="9905760" cy="138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i="1" lang="en-US" sz="4400" spc="-1" strike="noStrike" cap="all">
                <a:solidFill>
                  <a:schemeClr val="dk2"/>
                </a:solidFill>
                <a:latin typeface="Walbaum Display Light"/>
              </a:rPr>
              <a:t>Click to edit Master title style</a:t>
            </a:r>
            <a:endParaRPr b="0" sz="44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838080" y="1924560"/>
            <a:ext cx="5181120" cy="425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Univers Condensed Light"/>
              </a:rPr>
              <a:t>Click to edit Master text styles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lvl="1" marL="6858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000" spc="-1" strike="noStrike">
                <a:solidFill>
                  <a:schemeClr val="dk2"/>
                </a:solidFill>
                <a:latin typeface="Univers Condensed Light"/>
              </a:rPr>
              <a:t>Second level</a:t>
            </a:r>
            <a:endParaRPr b="0" sz="2000" spc="-1" strike="noStrike">
              <a:solidFill>
                <a:schemeClr val="dk2"/>
              </a:solidFill>
              <a:latin typeface="Univers Condensed Light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800" spc="-1" strike="noStrike">
                <a:solidFill>
                  <a:schemeClr val="dk2"/>
                </a:solidFill>
                <a:latin typeface="Univers Condensed Light"/>
              </a:rPr>
              <a:t>Third level</a:t>
            </a:r>
            <a:endParaRPr b="0" sz="1800" spc="-1" strike="noStrike">
              <a:solidFill>
                <a:schemeClr val="dk2"/>
              </a:solidFill>
              <a:latin typeface="Univers Condensed Light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Fourth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Fifth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172200" y="1924560"/>
            <a:ext cx="5181120" cy="4251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Univers Condensed Light"/>
              </a:rPr>
              <a:t>Click to edit Master text styles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lvl="1" marL="6858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000" spc="-1" strike="noStrike">
                <a:solidFill>
                  <a:schemeClr val="dk2"/>
                </a:solidFill>
                <a:latin typeface="Univers Condensed Light"/>
              </a:rPr>
              <a:t>Second level</a:t>
            </a:r>
            <a:endParaRPr b="0" sz="2000" spc="-1" strike="noStrike">
              <a:solidFill>
                <a:schemeClr val="dk2"/>
              </a:solidFill>
              <a:latin typeface="Univers Condensed Light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800" spc="-1" strike="noStrike">
                <a:solidFill>
                  <a:schemeClr val="dk2"/>
                </a:solidFill>
                <a:latin typeface="Univers Condensed Light"/>
              </a:rPr>
              <a:t>Third level</a:t>
            </a:r>
            <a:endParaRPr b="0" sz="1800" spc="-1" strike="noStrike">
              <a:solidFill>
                <a:schemeClr val="dk2"/>
              </a:solidFill>
              <a:latin typeface="Univers Condensed Light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Fourth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Fifth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dt" idx="16"/>
          </p:nvPr>
        </p:nvSpPr>
        <p:spPr>
          <a:xfrm>
            <a:off x="7337160" y="6399000"/>
            <a:ext cx="41936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&lt;date/time&gt;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ftr" idx="17"/>
          </p:nvPr>
        </p:nvSpPr>
        <p:spPr>
          <a:xfrm>
            <a:off x="154440" y="6399000"/>
            <a:ext cx="44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18"/>
          </p:nvPr>
        </p:nvSpPr>
        <p:spPr>
          <a:xfrm>
            <a:off x="11602440" y="6399000"/>
            <a:ext cx="4705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CC1061-0CFA-4A11-8530-E563B3A738D8}" type="slidenum"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" name="Straight Connector 20"/>
          <p:cNvCxnSpPr/>
          <p:nvPr/>
        </p:nvCxnSpPr>
        <p:spPr>
          <a:xfrm flipH="1">
            <a:off x="0" y="0"/>
            <a:ext cx="3119760" cy="686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81" name="Straight Connector 21"/>
          <p:cNvCxnSpPr/>
          <p:nvPr/>
        </p:nvCxnSpPr>
        <p:spPr>
          <a:xfrm flipH="1">
            <a:off x="0" y="0"/>
            <a:ext cx="903960" cy="654372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82" name="Straight Connector 22"/>
          <p:cNvCxnSpPr/>
          <p:nvPr/>
        </p:nvCxnSpPr>
        <p:spPr>
          <a:xfrm flipH="1" flipV="1">
            <a:off x="-42840" y="5790960"/>
            <a:ext cx="6286680" cy="10674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83" name="Straight Connector 23"/>
          <p:cNvCxnSpPr/>
          <p:nvPr/>
        </p:nvCxnSpPr>
        <p:spPr>
          <a:xfrm flipH="1">
            <a:off x="8462880" y="5848200"/>
            <a:ext cx="3729240" cy="1010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84" name="Straight Connector 24"/>
          <p:cNvCxnSpPr/>
          <p:nvPr/>
        </p:nvCxnSpPr>
        <p:spPr>
          <a:xfrm flipH="1">
            <a:off x="11543040" y="1647720"/>
            <a:ext cx="649080" cy="52106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85" name="Straight Connector 25"/>
          <p:cNvCxnSpPr/>
          <p:nvPr/>
        </p:nvCxnSpPr>
        <p:spPr>
          <a:xfrm flipH="1" flipV="1">
            <a:off x="10781280" y="0"/>
            <a:ext cx="1410840" cy="42584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86" name="Straight Connector 26"/>
          <p:cNvCxnSpPr/>
          <p:nvPr/>
        </p:nvCxnSpPr>
        <p:spPr>
          <a:xfrm flipH="1" flipV="1">
            <a:off x="6529320" y="-4680"/>
            <a:ext cx="5662800" cy="9320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i="1" lang="en-US" sz="4400" spc="-1" strike="noStrike" cap="all">
                <a:solidFill>
                  <a:schemeClr val="dk2"/>
                </a:solidFill>
                <a:latin typeface="Walbaum Display Light"/>
              </a:rPr>
              <a:t>Click to edit Master title style</a:t>
            </a:r>
            <a:endParaRPr b="0" sz="44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839880" y="173448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000" spc="299" strike="noStrike" cap="all">
                <a:solidFill>
                  <a:schemeClr val="dk2"/>
                </a:solidFill>
                <a:latin typeface="Univers Condensed Light"/>
              </a:rPr>
              <a:t>Click to edit Master text styles</a:t>
            </a:r>
            <a:endParaRPr b="0" sz="20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839880" y="255816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Univers Condensed Light"/>
              </a:rPr>
              <a:t>Click to edit Master text styles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lvl="1" marL="6858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000" spc="-1" strike="noStrike">
                <a:solidFill>
                  <a:schemeClr val="dk2"/>
                </a:solidFill>
                <a:latin typeface="Univers Condensed Light"/>
              </a:rPr>
              <a:t>Second level</a:t>
            </a:r>
            <a:endParaRPr b="0" sz="2000" spc="-1" strike="noStrike">
              <a:solidFill>
                <a:schemeClr val="dk2"/>
              </a:solidFill>
              <a:latin typeface="Univers Condensed Light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800" spc="-1" strike="noStrike">
                <a:solidFill>
                  <a:schemeClr val="dk2"/>
                </a:solidFill>
                <a:latin typeface="Univers Condensed Light"/>
              </a:rPr>
              <a:t>Third level</a:t>
            </a:r>
            <a:endParaRPr b="0" sz="1800" spc="-1" strike="noStrike">
              <a:solidFill>
                <a:schemeClr val="dk2"/>
              </a:solidFill>
              <a:latin typeface="Univers Condensed Light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Fourth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Fifth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6172200" y="173448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000" spc="299" strike="noStrike" cap="all">
                <a:solidFill>
                  <a:schemeClr val="dk2"/>
                </a:solidFill>
                <a:latin typeface="Univers Condensed Light"/>
              </a:rPr>
              <a:t>Click to edit Master text styles</a:t>
            </a:r>
            <a:endParaRPr b="0" sz="20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91" name="PlaceHolder 5"/>
          <p:cNvSpPr>
            <a:spLocks noGrp="1"/>
          </p:cNvSpPr>
          <p:nvPr>
            <p:ph type="body"/>
          </p:nvPr>
        </p:nvSpPr>
        <p:spPr>
          <a:xfrm>
            <a:off x="6172200" y="255816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Univers Condensed Light"/>
              </a:rPr>
              <a:t>Click to edit Master text styles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lvl="1" marL="6858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000" spc="-1" strike="noStrike">
                <a:solidFill>
                  <a:schemeClr val="dk2"/>
                </a:solidFill>
                <a:latin typeface="Univers Condensed Light"/>
              </a:rPr>
              <a:t>Second level</a:t>
            </a:r>
            <a:endParaRPr b="0" sz="2000" spc="-1" strike="noStrike">
              <a:solidFill>
                <a:schemeClr val="dk2"/>
              </a:solidFill>
              <a:latin typeface="Univers Condensed Light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800" spc="-1" strike="noStrike">
                <a:solidFill>
                  <a:schemeClr val="dk2"/>
                </a:solidFill>
                <a:latin typeface="Univers Condensed Light"/>
              </a:rPr>
              <a:t>Third level</a:t>
            </a:r>
            <a:endParaRPr b="0" sz="1800" spc="-1" strike="noStrike">
              <a:solidFill>
                <a:schemeClr val="dk2"/>
              </a:solidFill>
              <a:latin typeface="Univers Condensed Light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Fourth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Fifth level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92" name="PlaceHolder 6"/>
          <p:cNvSpPr>
            <a:spLocks noGrp="1"/>
          </p:cNvSpPr>
          <p:nvPr>
            <p:ph type="dt" idx="19"/>
          </p:nvPr>
        </p:nvSpPr>
        <p:spPr>
          <a:xfrm>
            <a:off x="7337160" y="6399000"/>
            <a:ext cx="41936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&lt;date/time&gt;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PlaceHolder 7"/>
          <p:cNvSpPr>
            <a:spLocks noGrp="1"/>
          </p:cNvSpPr>
          <p:nvPr>
            <p:ph type="ftr" idx="20"/>
          </p:nvPr>
        </p:nvSpPr>
        <p:spPr>
          <a:xfrm>
            <a:off x="154440" y="6399000"/>
            <a:ext cx="44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PlaceHolder 8"/>
          <p:cNvSpPr>
            <a:spLocks noGrp="1"/>
          </p:cNvSpPr>
          <p:nvPr>
            <p:ph type="sldNum" idx="21"/>
          </p:nvPr>
        </p:nvSpPr>
        <p:spPr>
          <a:xfrm>
            <a:off x="11602440" y="6399000"/>
            <a:ext cx="4705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19399B-18AF-42D9-BC5A-025EE776125F}" type="slidenum"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5" name="Straight Connector 20"/>
          <p:cNvCxnSpPr/>
          <p:nvPr/>
        </p:nvCxnSpPr>
        <p:spPr>
          <a:xfrm flipH="1">
            <a:off x="0" y="0"/>
            <a:ext cx="3119760" cy="686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96" name="Straight Connector 21"/>
          <p:cNvCxnSpPr/>
          <p:nvPr/>
        </p:nvCxnSpPr>
        <p:spPr>
          <a:xfrm flipH="1">
            <a:off x="0" y="0"/>
            <a:ext cx="903960" cy="654372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97" name="Straight Connector 22"/>
          <p:cNvCxnSpPr/>
          <p:nvPr/>
        </p:nvCxnSpPr>
        <p:spPr>
          <a:xfrm flipH="1" flipV="1">
            <a:off x="-42840" y="5790960"/>
            <a:ext cx="6286680" cy="10674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98" name="Straight Connector 23"/>
          <p:cNvCxnSpPr/>
          <p:nvPr/>
        </p:nvCxnSpPr>
        <p:spPr>
          <a:xfrm flipH="1">
            <a:off x="8462880" y="5848200"/>
            <a:ext cx="3729240" cy="1010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99" name="Straight Connector 24"/>
          <p:cNvCxnSpPr/>
          <p:nvPr/>
        </p:nvCxnSpPr>
        <p:spPr>
          <a:xfrm flipH="1">
            <a:off x="11543040" y="1647720"/>
            <a:ext cx="649080" cy="52106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00" name="Straight Connector 25"/>
          <p:cNvCxnSpPr/>
          <p:nvPr/>
        </p:nvCxnSpPr>
        <p:spPr>
          <a:xfrm flipH="1" flipV="1">
            <a:off x="10781280" y="0"/>
            <a:ext cx="1410840" cy="42584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01" name="Straight Connector 26"/>
          <p:cNvCxnSpPr/>
          <p:nvPr/>
        </p:nvCxnSpPr>
        <p:spPr>
          <a:xfrm flipH="1" flipV="1">
            <a:off x="6529320" y="-4680"/>
            <a:ext cx="5662800" cy="9320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143000" y="533520"/>
            <a:ext cx="9905760" cy="138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i="1" lang="en-US" sz="4400" spc="-1" strike="noStrike" cap="all">
                <a:solidFill>
                  <a:schemeClr val="dk2"/>
                </a:solidFill>
                <a:latin typeface="Walbaum Display Light"/>
              </a:rPr>
              <a:t>Click to edit Master title style</a:t>
            </a:r>
            <a:endParaRPr b="0" sz="44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dt" idx="22"/>
          </p:nvPr>
        </p:nvSpPr>
        <p:spPr>
          <a:xfrm>
            <a:off x="7337160" y="6399000"/>
            <a:ext cx="41936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&lt;date/time&gt;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ftr" idx="23"/>
          </p:nvPr>
        </p:nvSpPr>
        <p:spPr>
          <a:xfrm>
            <a:off x="154440" y="6399000"/>
            <a:ext cx="44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sldNum" idx="24"/>
          </p:nvPr>
        </p:nvSpPr>
        <p:spPr>
          <a:xfrm>
            <a:off x="11602440" y="6399000"/>
            <a:ext cx="4705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83CCFE3-2F84-43F1-AE64-21A9FECDF2A0}" type="slidenum"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Straight Connector 20"/>
          <p:cNvCxnSpPr/>
          <p:nvPr/>
        </p:nvCxnSpPr>
        <p:spPr>
          <a:xfrm flipH="1">
            <a:off x="0" y="0"/>
            <a:ext cx="3119760" cy="686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08" name="Straight Connector 21"/>
          <p:cNvCxnSpPr/>
          <p:nvPr/>
        </p:nvCxnSpPr>
        <p:spPr>
          <a:xfrm flipH="1">
            <a:off x="0" y="0"/>
            <a:ext cx="903960" cy="654372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09" name="Straight Connector 22"/>
          <p:cNvCxnSpPr/>
          <p:nvPr/>
        </p:nvCxnSpPr>
        <p:spPr>
          <a:xfrm flipH="1" flipV="1">
            <a:off x="-42840" y="5790960"/>
            <a:ext cx="6286680" cy="10674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10" name="Straight Connector 23"/>
          <p:cNvCxnSpPr/>
          <p:nvPr/>
        </p:nvCxnSpPr>
        <p:spPr>
          <a:xfrm flipH="1">
            <a:off x="8462880" y="5848200"/>
            <a:ext cx="3729240" cy="1010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11" name="Straight Connector 24"/>
          <p:cNvCxnSpPr/>
          <p:nvPr/>
        </p:nvCxnSpPr>
        <p:spPr>
          <a:xfrm flipH="1">
            <a:off x="11543040" y="1647720"/>
            <a:ext cx="649080" cy="52106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12" name="Straight Connector 25"/>
          <p:cNvCxnSpPr/>
          <p:nvPr/>
        </p:nvCxnSpPr>
        <p:spPr>
          <a:xfrm flipH="1" flipV="1">
            <a:off x="10781280" y="0"/>
            <a:ext cx="1410840" cy="42584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13" name="Straight Connector 26"/>
          <p:cNvCxnSpPr/>
          <p:nvPr/>
        </p:nvCxnSpPr>
        <p:spPr>
          <a:xfrm flipH="1" flipV="1">
            <a:off x="6529320" y="-4680"/>
            <a:ext cx="5662800" cy="9320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114" name="PlaceHolder 1"/>
          <p:cNvSpPr>
            <a:spLocks noGrp="1"/>
          </p:cNvSpPr>
          <p:nvPr>
            <p:ph type="dt" idx="25"/>
          </p:nvPr>
        </p:nvSpPr>
        <p:spPr>
          <a:xfrm>
            <a:off x="7337160" y="6399000"/>
            <a:ext cx="41936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&lt;date/time&gt;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ftr" idx="26"/>
          </p:nvPr>
        </p:nvSpPr>
        <p:spPr>
          <a:xfrm>
            <a:off x="154440" y="6399000"/>
            <a:ext cx="44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27"/>
          </p:nvPr>
        </p:nvSpPr>
        <p:spPr>
          <a:xfrm>
            <a:off x="11602440" y="6399000"/>
            <a:ext cx="4705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6012DEF-204C-4596-BDDB-C94DEF5A043E}" type="slidenum"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Straight Connector 20"/>
          <p:cNvCxnSpPr/>
          <p:nvPr/>
        </p:nvCxnSpPr>
        <p:spPr>
          <a:xfrm flipH="1">
            <a:off x="0" y="0"/>
            <a:ext cx="3119760" cy="686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18" name="Straight Connector 21"/>
          <p:cNvCxnSpPr/>
          <p:nvPr/>
        </p:nvCxnSpPr>
        <p:spPr>
          <a:xfrm flipH="1">
            <a:off x="0" y="0"/>
            <a:ext cx="903960" cy="654372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19" name="Straight Connector 22"/>
          <p:cNvCxnSpPr/>
          <p:nvPr/>
        </p:nvCxnSpPr>
        <p:spPr>
          <a:xfrm flipH="1" flipV="1">
            <a:off x="-42840" y="5790960"/>
            <a:ext cx="6286680" cy="10674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20" name="Straight Connector 23"/>
          <p:cNvCxnSpPr/>
          <p:nvPr/>
        </p:nvCxnSpPr>
        <p:spPr>
          <a:xfrm flipH="1">
            <a:off x="8462880" y="5848200"/>
            <a:ext cx="3729240" cy="1010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21" name="Straight Connector 24"/>
          <p:cNvCxnSpPr/>
          <p:nvPr/>
        </p:nvCxnSpPr>
        <p:spPr>
          <a:xfrm flipH="1">
            <a:off x="11543040" y="1647720"/>
            <a:ext cx="649080" cy="52106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22" name="Straight Connector 25"/>
          <p:cNvCxnSpPr/>
          <p:nvPr/>
        </p:nvCxnSpPr>
        <p:spPr>
          <a:xfrm flipH="1" flipV="1">
            <a:off x="10781280" y="0"/>
            <a:ext cx="1410840" cy="42584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23" name="Straight Connector 26"/>
          <p:cNvCxnSpPr/>
          <p:nvPr/>
        </p:nvCxnSpPr>
        <p:spPr>
          <a:xfrm flipH="1" flipV="1">
            <a:off x="6529320" y="-4680"/>
            <a:ext cx="5662800" cy="9320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i="1" lang="en-US" sz="3200" spc="-1" strike="noStrike" cap="all">
                <a:solidFill>
                  <a:schemeClr val="dk2"/>
                </a:solidFill>
                <a:latin typeface="Walbaum Display Light"/>
              </a:rPr>
              <a:t>Click to edit Master title style</a:t>
            </a:r>
            <a:endParaRPr b="0" sz="32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3200" spc="-1" strike="noStrike">
                <a:solidFill>
                  <a:schemeClr val="dk2"/>
                </a:solidFill>
                <a:latin typeface="Univers Condensed Light"/>
              </a:rPr>
              <a:t>Click to edit Master text styles</a:t>
            </a:r>
            <a:endParaRPr b="0" sz="3200" spc="-1" strike="noStrike">
              <a:solidFill>
                <a:schemeClr val="dk2"/>
              </a:solidFill>
              <a:latin typeface="Univers Condensed Light"/>
            </a:endParaRPr>
          </a:p>
          <a:p>
            <a:pPr lvl="1" marL="6858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800" spc="-1" strike="noStrike">
                <a:solidFill>
                  <a:schemeClr val="dk2"/>
                </a:solidFill>
                <a:latin typeface="Univers Condensed Light"/>
              </a:rPr>
              <a:t>Second level</a:t>
            </a:r>
            <a:endParaRPr b="0" sz="2800" spc="-1" strike="noStrike">
              <a:solidFill>
                <a:schemeClr val="dk2"/>
              </a:solidFill>
              <a:latin typeface="Univers Condensed Light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Univers Condensed Light"/>
              </a:rPr>
              <a:t>Third level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000" spc="-1" strike="noStrike">
                <a:solidFill>
                  <a:schemeClr val="dk2"/>
                </a:solidFill>
                <a:latin typeface="Univers Condensed Light"/>
              </a:rPr>
              <a:t>Fourth level</a:t>
            </a:r>
            <a:endParaRPr b="0" sz="2000" spc="-1" strike="noStrike">
              <a:solidFill>
                <a:schemeClr val="dk2"/>
              </a:solidFill>
              <a:latin typeface="Univers Condensed Light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99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000" spc="-1" strike="noStrike">
                <a:solidFill>
                  <a:schemeClr val="dk2"/>
                </a:solidFill>
                <a:latin typeface="Univers Condensed Light"/>
              </a:rPr>
              <a:t>Fifth level</a:t>
            </a:r>
            <a:endParaRPr b="0" sz="20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Click to edit Master text styles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 type="dt" idx="28"/>
          </p:nvPr>
        </p:nvSpPr>
        <p:spPr>
          <a:xfrm>
            <a:off x="7337160" y="6399000"/>
            <a:ext cx="41936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&lt;date/time&gt;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 type="ftr" idx="29"/>
          </p:nvPr>
        </p:nvSpPr>
        <p:spPr>
          <a:xfrm>
            <a:off x="154440" y="6399000"/>
            <a:ext cx="44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PlaceHolder 6"/>
          <p:cNvSpPr>
            <a:spLocks noGrp="1"/>
          </p:cNvSpPr>
          <p:nvPr>
            <p:ph type="sldNum" idx="30"/>
          </p:nvPr>
        </p:nvSpPr>
        <p:spPr>
          <a:xfrm>
            <a:off x="11602440" y="6399000"/>
            <a:ext cx="4705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365A8C-56E9-442D-8026-9E373EAD6E9B}" type="slidenum"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0" name="Straight Connector 20"/>
          <p:cNvCxnSpPr/>
          <p:nvPr/>
        </p:nvCxnSpPr>
        <p:spPr>
          <a:xfrm flipH="1">
            <a:off x="0" y="0"/>
            <a:ext cx="3119760" cy="686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31" name="Straight Connector 21"/>
          <p:cNvCxnSpPr/>
          <p:nvPr/>
        </p:nvCxnSpPr>
        <p:spPr>
          <a:xfrm flipH="1">
            <a:off x="0" y="0"/>
            <a:ext cx="903960" cy="654372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32" name="Straight Connector 22"/>
          <p:cNvCxnSpPr/>
          <p:nvPr/>
        </p:nvCxnSpPr>
        <p:spPr>
          <a:xfrm flipH="1" flipV="1">
            <a:off x="-42840" y="5790960"/>
            <a:ext cx="6286680" cy="10674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33" name="Straight Connector 23"/>
          <p:cNvCxnSpPr/>
          <p:nvPr/>
        </p:nvCxnSpPr>
        <p:spPr>
          <a:xfrm flipH="1">
            <a:off x="8462880" y="5848200"/>
            <a:ext cx="3729240" cy="10101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34" name="Straight Connector 24"/>
          <p:cNvCxnSpPr/>
          <p:nvPr/>
        </p:nvCxnSpPr>
        <p:spPr>
          <a:xfrm flipH="1">
            <a:off x="11543040" y="1647720"/>
            <a:ext cx="649080" cy="52106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35" name="Straight Connector 25"/>
          <p:cNvCxnSpPr/>
          <p:nvPr/>
        </p:nvCxnSpPr>
        <p:spPr>
          <a:xfrm flipH="1" flipV="1">
            <a:off x="10781280" y="0"/>
            <a:ext cx="1410840" cy="42584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36" name="Straight Connector 26"/>
          <p:cNvCxnSpPr/>
          <p:nvPr/>
        </p:nvCxnSpPr>
        <p:spPr>
          <a:xfrm flipH="1" flipV="1">
            <a:off x="6529320" y="-4680"/>
            <a:ext cx="5662800" cy="9320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i="1" lang="en-US" sz="3200" spc="-1" strike="noStrike" cap="all">
                <a:solidFill>
                  <a:schemeClr val="dk2"/>
                </a:solidFill>
                <a:latin typeface="Walbaum Display Light"/>
              </a:rPr>
              <a:t>Click to edit Master title style</a:t>
            </a:r>
            <a:endParaRPr b="0" sz="32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chemeClr val="dk1"/>
                </a:solidFill>
                <a:latin typeface="Univers Condensed Light"/>
              </a:rPr>
              <a:t>Click icon to add picture</a:t>
            </a:r>
            <a:endParaRPr b="0" sz="32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2"/>
                </a:solidFill>
                <a:latin typeface="Univers Condensed Light"/>
              </a:rPr>
              <a:t>Click to edit Master text styles</a:t>
            </a:r>
            <a:endParaRPr b="0" sz="1600" spc="-1" strike="noStrike">
              <a:solidFill>
                <a:schemeClr val="dk2"/>
              </a:solidFill>
              <a:latin typeface="Univers Condensed Light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 type="dt" idx="31"/>
          </p:nvPr>
        </p:nvSpPr>
        <p:spPr>
          <a:xfrm>
            <a:off x="7337160" y="6399000"/>
            <a:ext cx="41936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&lt;date/time&gt;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PlaceHolder 5"/>
          <p:cNvSpPr>
            <a:spLocks noGrp="1"/>
          </p:cNvSpPr>
          <p:nvPr>
            <p:ph type="ftr" idx="32"/>
          </p:nvPr>
        </p:nvSpPr>
        <p:spPr>
          <a:xfrm>
            <a:off x="154440" y="6399000"/>
            <a:ext cx="4497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PlaceHolder 6"/>
          <p:cNvSpPr>
            <a:spLocks noGrp="1"/>
          </p:cNvSpPr>
          <p:nvPr>
            <p:ph type="sldNum" idx="33"/>
          </p:nvPr>
        </p:nvSpPr>
        <p:spPr>
          <a:xfrm>
            <a:off x="11602440" y="6399000"/>
            <a:ext cx="4705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100" spc="-1" strike="noStrike">
                <a:solidFill>
                  <a:schemeClr val="dk2"/>
                </a:solidFill>
                <a:latin typeface="Univers Condensed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C3A4A52-34A4-4953-81DE-97FE9E4B3308}" type="slidenum">
              <a:rPr b="0" lang="en-US" sz="1100" spc="-1" strike="noStrike">
                <a:solidFill>
                  <a:schemeClr val="dk2"/>
                </a:solidFill>
                <a:latin typeface="Univers Condensed Light"/>
              </a:rPr>
              <a:t>&lt;number&gt;</a:t>
            </a:fld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9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pic>
        <p:nvPicPr>
          <p:cNvPr id="150" name="Picture 3" descr="Een abstract genetisch concept"/>
          <p:cNvPicPr/>
          <p:nvPr/>
        </p:nvPicPr>
        <p:blipFill>
          <a:blip r:embed="rId1"/>
          <a:srcRect l="0" t="24460" r="0" b="1929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151" name="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760"/>
            <a:ext cx="8521560" cy="685764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33000">
                <a:srgbClr val="000000">
                  <a:alpha val="20000"/>
                </a:srgbClr>
              </a:gs>
              <a:gs pos="58000">
                <a:srgbClr val="000000">
                  <a:alpha val="30000"/>
                </a:srgbClr>
              </a:gs>
              <a:gs pos="100000">
                <a:srgbClr val="000000">
                  <a:alpha val="30000"/>
                </a:srgbClr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1104840" y="871560"/>
            <a:ext cx="6514920" cy="320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i="1" lang="en-US" sz="6600" spc="-1" strike="noStrike" cap="all">
                <a:solidFill>
                  <a:srgbClr val="ffffff"/>
                </a:solidFill>
                <a:latin typeface="Poppins Black"/>
              </a:rPr>
              <a:t>Robogripper challenge</a:t>
            </a:r>
            <a:endParaRPr b="0" sz="66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subTitle"/>
          </p:nvPr>
        </p:nvSpPr>
        <p:spPr>
          <a:xfrm>
            <a:off x="1104840" y="4464360"/>
            <a:ext cx="5208120" cy="105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1400" spc="299" strike="noStrike" cap="all">
                <a:solidFill>
                  <a:srgbClr val="ffffff"/>
                </a:solidFill>
                <a:latin typeface="Poppins"/>
              </a:rPr>
              <a:t>Group 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1400" spc="299" strike="noStrike" cap="all">
                <a:solidFill>
                  <a:srgbClr val="ffffff"/>
                </a:solidFill>
                <a:latin typeface="Poppins"/>
              </a:rPr>
              <a:t>-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1400" spc="299" strike="noStrike" cap="all">
                <a:solidFill>
                  <a:srgbClr val="ffffff"/>
                </a:solidFill>
                <a:latin typeface="Poppins"/>
              </a:rPr>
              <a:t>Adaptive robotics september 2025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4" name="Straight Connecto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9339120" y="3065760"/>
            <a:ext cx="2853000" cy="37980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55" name="Straight Connecto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10172520" y="0"/>
            <a:ext cx="1358640" cy="68583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after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7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7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00"/>
                            </p:stCondLst>
                            <p:childTnLst>
                              <p:par>
                                <p:cTn id="10" nodeType="after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2" dur="500" fill="hold"/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3" dur="500" fill="hold"/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nodeType="click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8" dur="500" fill="hold"/>
                                        <p:tgtEl>
                                          <p:spTgt spid="1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9" dur="500" fill="hold"/>
                                        <p:tgtEl>
                                          <p:spTgt spid="1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nodeType="click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24" dur="500" fill="hold"/>
                                        <p:tgtEl>
                                          <p:spTgt spid="1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5" dur="500" fill="hold"/>
                                        <p:tgtEl>
                                          <p:spTgt spid="1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6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157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60" y="-360"/>
            <a:ext cx="5676480" cy="6869520"/>
          </a:xfrm>
          <a:custGeom>
            <a:avLst/>
            <a:gdLst>
              <a:gd name="textAreaLeft" fmla="*/ 0 w 5676480"/>
              <a:gd name="textAreaRight" fmla="*/ 5676840 w 5676480"/>
              <a:gd name="textAreaTop" fmla="*/ 0 h 6869520"/>
              <a:gd name="textAreaBottom" fmla="*/ 6869880 h 6869520"/>
            </a:gdLst>
            <a:ahLst/>
            <a:rect l="textAreaLeft" t="textAreaTop" r="textAreaRight" b="textAreaBottom"/>
            <a:pathLst>
              <a:path w="6430885" h="6869951">
                <a:moveTo>
                  <a:pt x="1754909" y="0"/>
                </a:moveTo>
                <a:lnTo>
                  <a:pt x="6430885" y="11953"/>
                </a:lnTo>
                <a:lnTo>
                  <a:pt x="6430885" y="6869951"/>
                </a:lnTo>
                <a:lnTo>
                  <a:pt x="0" y="6869951"/>
                </a:lnTo>
                <a:lnTo>
                  <a:pt x="175490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883800" y="801000"/>
            <a:ext cx="4065480" cy="351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pc="-1" strike="noStrike" cap="all">
                <a:solidFill>
                  <a:schemeClr val="dk2"/>
                </a:solidFill>
                <a:latin typeface="Poppins"/>
              </a:rPr>
              <a:t>Contents</a:t>
            </a:r>
            <a:endParaRPr b="0" sz="4400" spc="-1" strike="noStrike">
              <a:solidFill>
                <a:schemeClr val="dk1"/>
              </a:solidFill>
              <a:latin typeface="Univers Condensed Light"/>
            </a:endParaRPr>
          </a:p>
        </p:txBody>
      </p:sp>
      <p:cxnSp>
        <p:nvCxnSpPr>
          <p:cNvPr id="159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0" y="4541400"/>
            <a:ext cx="5896080" cy="23108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60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0" y="2988000"/>
            <a:ext cx="2418120" cy="38880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5895720" y="801000"/>
            <a:ext cx="5411880" cy="50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Poppins"/>
              </a:rPr>
              <a:t>Context &amp; Assignment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Poppins"/>
              </a:rPr>
              <a:t>Modeling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Poppins"/>
              </a:rPr>
              <a:t>Firmware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Poppins"/>
              </a:rPr>
              <a:t>URS Scripts 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Poppins"/>
              </a:rPr>
              <a:t>Reflections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Poppins"/>
              </a:rPr>
              <a:t>Demo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Poppins"/>
              </a:rPr>
              <a:t>Conclusion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6" dur="indefinite" restart="never" nodeType="tmRoot">
          <p:childTnLst>
            <p:seq>
              <p:cTn id="27" dur="indefinite" nodeType="mainSeq"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nodeType="after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3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3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nodeType="after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37" dur="10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8" dur="10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163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60" y="-360"/>
            <a:ext cx="5676480" cy="6869520"/>
          </a:xfrm>
          <a:custGeom>
            <a:avLst/>
            <a:gdLst>
              <a:gd name="textAreaLeft" fmla="*/ 0 w 5676480"/>
              <a:gd name="textAreaRight" fmla="*/ 5676840 w 5676480"/>
              <a:gd name="textAreaTop" fmla="*/ 0 h 6869520"/>
              <a:gd name="textAreaBottom" fmla="*/ 6869880 h 6869520"/>
            </a:gdLst>
            <a:ahLst/>
            <a:rect l="textAreaLeft" t="textAreaTop" r="textAreaRight" b="textAreaBottom"/>
            <a:pathLst>
              <a:path w="6430885" h="6869951">
                <a:moveTo>
                  <a:pt x="1754909" y="0"/>
                </a:moveTo>
                <a:lnTo>
                  <a:pt x="6430885" y="11953"/>
                </a:lnTo>
                <a:lnTo>
                  <a:pt x="6430885" y="6869951"/>
                </a:lnTo>
                <a:lnTo>
                  <a:pt x="0" y="6869951"/>
                </a:lnTo>
                <a:lnTo>
                  <a:pt x="175490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883800" y="801000"/>
            <a:ext cx="4065480" cy="351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pc="-1" strike="noStrike" cap="all">
                <a:solidFill>
                  <a:schemeClr val="dk2"/>
                </a:solidFill>
                <a:latin typeface="Poppins"/>
              </a:rPr>
              <a:t>Context &amp; Assignments</a:t>
            </a:r>
            <a:endParaRPr b="0" sz="4400" spc="-1" strike="noStrike">
              <a:solidFill>
                <a:schemeClr val="dk1"/>
              </a:solidFill>
              <a:latin typeface="Univers Condensed Light"/>
            </a:endParaRPr>
          </a:p>
        </p:txBody>
      </p:sp>
      <p:cxnSp>
        <p:nvCxnSpPr>
          <p:cNvPr id="165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0" y="4541400"/>
            <a:ext cx="5896080" cy="23108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66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0" y="2988000"/>
            <a:ext cx="2418120" cy="38880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5672880" y="801000"/>
            <a:ext cx="5411880" cy="50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Calibri"/>
              <a:buChar char="-"/>
            </a:pPr>
            <a:r>
              <a:rPr b="0" lang="en-US" sz="2400" spc="-1" strike="noStrike">
                <a:solidFill>
                  <a:schemeClr val="dk2"/>
                </a:solidFill>
                <a:latin typeface="Poppins"/>
              </a:rPr>
              <a:t>Design a gripper that attaches to a Universal Robots Manipulator tooling hinge.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Calibri"/>
              <a:buChar char="-"/>
            </a:pPr>
            <a:r>
              <a:rPr b="0" lang="en-US" sz="2400" spc="-1" strike="noStrike">
                <a:solidFill>
                  <a:schemeClr val="dk2"/>
                </a:solidFill>
                <a:latin typeface="Poppins"/>
              </a:rPr>
              <a:t>Take into account pre-determined constraints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Calibri"/>
              <a:buChar char="-"/>
            </a:pPr>
            <a:r>
              <a:rPr b="0" lang="en-US" sz="2400" spc="-1" strike="noStrike">
                <a:solidFill>
                  <a:schemeClr val="dk2"/>
                </a:solidFill>
                <a:latin typeface="Poppins"/>
              </a:rPr>
              <a:t>Write scripts for the manipulator to execute actions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9" dur="indefinite" restart="never" nodeType="tmRoot">
          <p:childTnLst>
            <p:seq>
              <p:cTn id="40" dur="indefinite" nodeType="mainSeq"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nodeType="after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45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6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nodeType="after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50" dur="10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51" dur="10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8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169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60" y="-360"/>
            <a:ext cx="5676480" cy="6869520"/>
          </a:xfrm>
          <a:custGeom>
            <a:avLst/>
            <a:gdLst>
              <a:gd name="textAreaLeft" fmla="*/ 0 w 5676480"/>
              <a:gd name="textAreaRight" fmla="*/ 5676840 w 5676480"/>
              <a:gd name="textAreaTop" fmla="*/ 0 h 6869520"/>
              <a:gd name="textAreaBottom" fmla="*/ 6869880 h 6869520"/>
            </a:gdLst>
            <a:ahLst/>
            <a:rect l="textAreaLeft" t="textAreaTop" r="textAreaRight" b="textAreaBottom"/>
            <a:pathLst>
              <a:path w="6430885" h="6869951">
                <a:moveTo>
                  <a:pt x="1754909" y="0"/>
                </a:moveTo>
                <a:lnTo>
                  <a:pt x="6430885" y="11953"/>
                </a:lnTo>
                <a:lnTo>
                  <a:pt x="6430885" y="6869951"/>
                </a:lnTo>
                <a:lnTo>
                  <a:pt x="0" y="6869951"/>
                </a:lnTo>
                <a:lnTo>
                  <a:pt x="175490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883800" y="801000"/>
            <a:ext cx="4065480" cy="351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pc="-1" strike="noStrike" cap="all">
                <a:solidFill>
                  <a:srgbClr val="001e2e"/>
                </a:solidFill>
                <a:latin typeface="Poppins"/>
              </a:rPr>
              <a:t>Modeling</a:t>
            </a:r>
            <a:br>
              <a:rPr sz="4400"/>
            </a:br>
            <a:endParaRPr b="0" sz="4400" spc="-1" strike="noStrike">
              <a:solidFill>
                <a:schemeClr val="dk1"/>
              </a:solidFill>
              <a:latin typeface="Univers Condensed Light"/>
            </a:endParaRPr>
          </a:p>
        </p:txBody>
      </p:sp>
      <p:cxnSp>
        <p:nvCxnSpPr>
          <p:cNvPr id="171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0" y="4541400"/>
            <a:ext cx="5896080" cy="23108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72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0" y="2988000"/>
            <a:ext cx="2418120" cy="38880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173" name="Tijdelijke aanduiding voor inhoud 6"/>
          <p:cNvSpPr/>
          <p:nvPr/>
        </p:nvSpPr>
        <p:spPr>
          <a:xfrm>
            <a:off x="6048000" y="953280"/>
            <a:ext cx="5411880" cy="505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  <a:spcBef>
                <a:spcPts val="1001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Box 8"/>
          <p:cNvSpPr/>
          <p:nvPr/>
        </p:nvSpPr>
        <p:spPr>
          <a:xfrm>
            <a:off x="5673960" y="1395000"/>
            <a:ext cx="565020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Calibri"/>
              <a:buChar char="-"/>
            </a:pPr>
            <a:r>
              <a:rPr b="0" lang="en-US" sz="2400" spc="-1" strike="noStrike">
                <a:solidFill>
                  <a:schemeClr val="dk1"/>
                </a:solidFill>
                <a:latin typeface="Poppins"/>
              </a:rPr>
              <a:t>Development and design made in SolidWorks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Calibri"/>
              <a:buChar char="-"/>
            </a:pPr>
            <a:r>
              <a:rPr b="0" lang="en-US" sz="2400" spc="-1" strike="noStrike">
                <a:solidFill>
                  <a:schemeClr val="dk1"/>
                </a:solidFill>
                <a:latin typeface="Poppins"/>
              </a:rPr>
              <a:t>Many iterations available for viewing on github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Calibri"/>
              <a:buChar char="-"/>
            </a:pPr>
            <a:r>
              <a:rPr b="0" lang="en-US" sz="2400" spc="-1" strike="noStrike">
                <a:solidFill>
                  <a:schemeClr val="dk1"/>
                </a:solidFill>
                <a:latin typeface="Poppins"/>
              </a:rPr>
              <a:t>The "Camera shutter mechanism" was the starting point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2" dur="indefinite" restart="never" nodeType="tmRoot">
          <p:childTnLst>
            <p:seq>
              <p:cTn id="53" dur="indefinite" nodeType="mainSeq"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nodeType="after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58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59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5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176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60" y="-360"/>
            <a:ext cx="5676480" cy="6869520"/>
          </a:xfrm>
          <a:custGeom>
            <a:avLst/>
            <a:gdLst>
              <a:gd name="textAreaLeft" fmla="*/ 0 w 5676480"/>
              <a:gd name="textAreaRight" fmla="*/ 5676840 w 5676480"/>
              <a:gd name="textAreaTop" fmla="*/ 0 h 6869520"/>
              <a:gd name="textAreaBottom" fmla="*/ 6869880 h 6869520"/>
            </a:gdLst>
            <a:ahLst/>
            <a:rect l="textAreaLeft" t="textAreaTop" r="textAreaRight" b="textAreaBottom"/>
            <a:pathLst>
              <a:path w="6430885" h="6869951">
                <a:moveTo>
                  <a:pt x="1754909" y="0"/>
                </a:moveTo>
                <a:lnTo>
                  <a:pt x="6430885" y="11953"/>
                </a:lnTo>
                <a:lnTo>
                  <a:pt x="6430885" y="6869951"/>
                </a:lnTo>
                <a:lnTo>
                  <a:pt x="0" y="6869951"/>
                </a:lnTo>
                <a:lnTo>
                  <a:pt x="175490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883800" y="801000"/>
            <a:ext cx="4065480" cy="351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pc="-1" strike="noStrike" cap="all">
                <a:solidFill>
                  <a:srgbClr val="001e2e"/>
                </a:solidFill>
                <a:latin typeface="Poppins"/>
              </a:rPr>
              <a:t>Firmware</a:t>
            </a:r>
            <a:endParaRPr b="0" sz="4400" spc="-1" strike="noStrike">
              <a:solidFill>
                <a:schemeClr val="dk1"/>
              </a:solidFill>
              <a:latin typeface="Univers Condensed Light"/>
            </a:endParaRPr>
          </a:p>
        </p:txBody>
      </p:sp>
      <p:cxnSp>
        <p:nvCxnSpPr>
          <p:cNvPr id="178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0" y="4541400"/>
            <a:ext cx="5896080" cy="23108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79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0" y="2988000"/>
            <a:ext cx="2418120" cy="38880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180" name="Tijdelijke aanduiding voor inhoud 6"/>
          <p:cNvSpPr/>
          <p:nvPr/>
        </p:nvSpPr>
        <p:spPr>
          <a:xfrm>
            <a:off x="6048000" y="953280"/>
            <a:ext cx="5411880" cy="505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  <a:spcBef>
                <a:spcPts val="1001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Box 6"/>
          <p:cNvSpPr/>
          <p:nvPr/>
        </p:nvSpPr>
        <p:spPr>
          <a:xfrm>
            <a:off x="5509800" y="949680"/>
            <a:ext cx="668196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"/>
              <a:buChar char="-"/>
            </a:pPr>
            <a:r>
              <a:rPr b="0" lang="en-US" sz="2400" spc="-1" strike="noStrike">
                <a:solidFill>
                  <a:schemeClr val="dk1"/>
                </a:solidFill>
                <a:latin typeface="Poppins"/>
              </a:rPr>
              <a:t>Arduino one controller developed with C#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"/>
              <a:buChar char="-"/>
            </a:pPr>
            <a:r>
              <a:rPr b="0" lang="en-US" sz="2400" spc="-1" strike="noStrike">
                <a:solidFill>
                  <a:schemeClr val="dk1"/>
                </a:solidFill>
                <a:latin typeface="Poppins"/>
              </a:rPr>
              <a:t>Schematics developed with KiCat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0" dur="indefinite" restart="never" nodeType="tmRoot">
          <p:childTnLst>
            <p:seq>
              <p:cTn id="61" dur="indefinite" nodeType="mainSeq">
                <p:childTnLst>
                  <p:par>
                    <p:cTn id="62" fill="hold">
                      <p:stCondLst>
                        <p:cond delay="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nodeType="after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66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67" dur="500" fill="hold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2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183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60" y="-360"/>
            <a:ext cx="5676480" cy="6869520"/>
          </a:xfrm>
          <a:custGeom>
            <a:avLst/>
            <a:gdLst>
              <a:gd name="textAreaLeft" fmla="*/ 0 w 5676480"/>
              <a:gd name="textAreaRight" fmla="*/ 5676840 w 5676480"/>
              <a:gd name="textAreaTop" fmla="*/ 0 h 6869520"/>
              <a:gd name="textAreaBottom" fmla="*/ 6869880 h 6869520"/>
            </a:gdLst>
            <a:ahLst/>
            <a:rect l="textAreaLeft" t="textAreaTop" r="textAreaRight" b="textAreaBottom"/>
            <a:pathLst>
              <a:path w="6430885" h="6869951">
                <a:moveTo>
                  <a:pt x="1754909" y="0"/>
                </a:moveTo>
                <a:lnTo>
                  <a:pt x="6430885" y="11953"/>
                </a:lnTo>
                <a:lnTo>
                  <a:pt x="6430885" y="6869951"/>
                </a:lnTo>
                <a:lnTo>
                  <a:pt x="0" y="6869951"/>
                </a:lnTo>
                <a:lnTo>
                  <a:pt x="175490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883800" y="801000"/>
            <a:ext cx="4065480" cy="351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pc="-1" strike="noStrike" cap="all">
                <a:solidFill>
                  <a:srgbClr val="001e2e"/>
                </a:solidFill>
                <a:latin typeface="Poppins"/>
              </a:rPr>
              <a:t>URS SCripts</a:t>
            </a:r>
            <a:br>
              <a:rPr sz="4400"/>
            </a:br>
            <a:endParaRPr b="0" sz="4400" spc="-1" strike="noStrike">
              <a:solidFill>
                <a:schemeClr val="dk1"/>
              </a:solidFill>
              <a:latin typeface="Univers Condensed Light"/>
            </a:endParaRPr>
          </a:p>
        </p:txBody>
      </p:sp>
      <p:cxnSp>
        <p:nvCxnSpPr>
          <p:cNvPr id="185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0" y="4541400"/>
            <a:ext cx="5896080" cy="23108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86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0" y="2988000"/>
            <a:ext cx="2418120" cy="38880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187" name="Tijdelijke aanduiding voor inhoud 6"/>
          <p:cNvSpPr/>
          <p:nvPr/>
        </p:nvSpPr>
        <p:spPr>
          <a:xfrm>
            <a:off x="6048000" y="953280"/>
            <a:ext cx="5411880" cy="505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  <a:spcBef>
                <a:spcPts val="1001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8"/>
          <p:cNvSpPr/>
          <p:nvPr/>
        </p:nvSpPr>
        <p:spPr>
          <a:xfrm>
            <a:off x="5509800" y="949680"/>
            <a:ext cx="66819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"/>
              <a:buChar char="-"/>
            </a:pPr>
            <a:r>
              <a:rPr b="0" lang="en-US" sz="2400" spc="-1" strike="noStrike">
                <a:solidFill>
                  <a:schemeClr val="dk1"/>
                </a:solidFill>
                <a:latin typeface="Poppins"/>
              </a:rPr>
              <a:t>Scripts developed using URSL (Universal Robots Script Language)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8" dur="indefinite" restart="never" nodeType="tmRoot">
          <p:childTnLst>
            <p:seq>
              <p:cTn id="69" dur="indefinite" nodeType="mainSeq"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nodeType="after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4" dur="500" fill="hold"/>
                                        <p:tgtEl>
                                          <p:spTgt spid="1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75" dur="500" fill="hold"/>
                                        <p:tgtEl>
                                          <p:spTgt spid="1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9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19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60" y="-360"/>
            <a:ext cx="5676480" cy="6869520"/>
          </a:xfrm>
          <a:custGeom>
            <a:avLst/>
            <a:gdLst>
              <a:gd name="textAreaLeft" fmla="*/ 0 w 5676480"/>
              <a:gd name="textAreaRight" fmla="*/ 5676840 w 5676480"/>
              <a:gd name="textAreaTop" fmla="*/ 0 h 6869520"/>
              <a:gd name="textAreaBottom" fmla="*/ 6869880 h 6869520"/>
            </a:gdLst>
            <a:ahLst/>
            <a:rect l="textAreaLeft" t="textAreaTop" r="textAreaRight" b="textAreaBottom"/>
            <a:pathLst>
              <a:path w="6430885" h="6869951">
                <a:moveTo>
                  <a:pt x="1754909" y="0"/>
                </a:moveTo>
                <a:lnTo>
                  <a:pt x="6430885" y="11953"/>
                </a:lnTo>
                <a:lnTo>
                  <a:pt x="6430885" y="6869951"/>
                </a:lnTo>
                <a:lnTo>
                  <a:pt x="0" y="6869951"/>
                </a:lnTo>
                <a:lnTo>
                  <a:pt x="175490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883800" y="801000"/>
            <a:ext cx="4065480" cy="351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pc="-1" strike="noStrike" cap="all">
                <a:solidFill>
                  <a:srgbClr val="001e2e"/>
                </a:solidFill>
                <a:latin typeface="Poppins"/>
              </a:rPr>
              <a:t>Reflections</a:t>
            </a:r>
            <a:endParaRPr b="0" sz="4400" spc="-1" strike="noStrike">
              <a:solidFill>
                <a:schemeClr val="dk1"/>
              </a:solidFill>
              <a:latin typeface="Univers Condensed Light"/>
            </a:endParaRPr>
          </a:p>
        </p:txBody>
      </p:sp>
      <p:cxnSp>
        <p:nvCxnSpPr>
          <p:cNvPr id="192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0" y="4541400"/>
            <a:ext cx="5896080" cy="23108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193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0" y="2988000"/>
            <a:ext cx="2418120" cy="38880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194" name="Tijdelijke aanduiding voor inhoud 6"/>
          <p:cNvSpPr/>
          <p:nvPr/>
        </p:nvSpPr>
        <p:spPr>
          <a:xfrm>
            <a:off x="6048000" y="953280"/>
            <a:ext cx="5411880" cy="505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defTabSz="914400">
              <a:lnSpc>
                <a:spcPct val="100000"/>
              </a:lnSpc>
              <a:spcBef>
                <a:spcPts val="1001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6" dur="indefinite" restart="never" nodeType="tmRoot">
          <p:childTnLst>
            <p:seq>
              <p:cTn id="77" dur="indefinite" nodeType="mainSeq">
                <p:childTnLst>
                  <p:par>
                    <p:cTn id="78" fill="hold">
                      <p:stCondLst>
                        <p:cond delay="0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nodeType="after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82" dur="5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3" dur="500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883800" y="801000"/>
            <a:ext cx="4065480" cy="351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pc="-1" strike="noStrike" cap="all">
                <a:solidFill>
                  <a:schemeClr val="dk2"/>
                </a:solidFill>
                <a:latin typeface="Poppins"/>
              </a:rPr>
              <a:t>Demo </a:t>
            </a:r>
            <a:endParaRPr b="0" sz="44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5895720" y="801000"/>
            <a:ext cx="5411880" cy="275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Poppins"/>
              </a:rPr>
              <a:t>Model interpretation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buClr>
                <a:srgbClr val="001e2e"/>
              </a:buClr>
              <a:buSzPct val="80000"/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Poppins"/>
              </a:rPr>
              <a:t>Chaining</a:t>
            </a: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</p:txBody>
      </p:sp>
      <p:pic>
        <p:nvPicPr>
          <p:cNvPr id="197" name="Afbeelding 12" descr=""/>
          <p:cNvPicPr/>
          <p:nvPr/>
        </p:nvPicPr>
        <p:blipFill>
          <a:blip r:embed="rId1"/>
          <a:stretch/>
        </p:blipFill>
        <p:spPr>
          <a:xfrm>
            <a:off x="5330880" y="2179440"/>
            <a:ext cx="6198120" cy="3939840"/>
          </a:xfrm>
          <a:prstGeom prst="rect">
            <a:avLst/>
          </a:prstGeom>
          <a:ln w="0">
            <a:noFill/>
          </a:ln>
        </p:spPr>
      </p:pic>
      <p:pic>
        <p:nvPicPr>
          <p:cNvPr id="198" name="Picture 2" descr="Get a demo – EasyKost"/>
          <p:cNvPicPr/>
          <p:nvPr/>
        </p:nvPicPr>
        <p:blipFill>
          <a:blip r:embed="rId2"/>
          <a:stretch/>
        </p:blipFill>
        <p:spPr>
          <a:xfrm>
            <a:off x="0" y="-720"/>
            <a:ext cx="12280320" cy="7111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9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200" name="Rectangle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60" y="-360"/>
            <a:ext cx="5676480" cy="6869520"/>
          </a:xfrm>
          <a:custGeom>
            <a:avLst/>
            <a:gdLst>
              <a:gd name="textAreaLeft" fmla="*/ 0 w 5676480"/>
              <a:gd name="textAreaRight" fmla="*/ 5676840 w 5676480"/>
              <a:gd name="textAreaTop" fmla="*/ 0 h 6869520"/>
              <a:gd name="textAreaBottom" fmla="*/ 6869880 h 6869520"/>
            </a:gdLst>
            <a:ahLst/>
            <a:rect l="textAreaLeft" t="textAreaTop" r="textAreaRight" b="textAreaBottom"/>
            <a:pathLst>
              <a:path w="6430885" h="6869951">
                <a:moveTo>
                  <a:pt x="1754909" y="0"/>
                </a:moveTo>
                <a:lnTo>
                  <a:pt x="6430885" y="11953"/>
                </a:lnTo>
                <a:lnTo>
                  <a:pt x="6430885" y="6869951"/>
                </a:lnTo>
                <a:lnTo>
                  <a:pt x="0" y="6869951"/>
                </a:lnTo>
                <a:lnTo>
                  <a:pt x="1754909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Univers Condensed Light"/>
            </a:endParaRPr>
          </a:p>
        </p:txBody>
      </p:sp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883800" y="801000"/>
            <a:ext cx="4065480" cy="351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pc="-1" strike="noStrike" cap="all">
                <a:solidFill>
                  <a:schemeClr val="dk2"/>
                </a:solidFill>
                <a:latin typeface="Poppins"/>
              </a:rPr>
              <a:t>Conclusion</a:t>
            </a:r>
            <a:endParaRPr b="0" sz="4400" spc="-1" strike="noStrike">
              <a:solidFill>
                <a:schemeClr val="dk1"/>
              </a:solidFill>
              <a:latin typeface="Univers Condensed Light"/>
            </a:endParaRPr>
          </a:p>
        </p:txBody>
      </p:sp>
      <p:cxnSp>
        <p:nvCxnSpPr>
          <p:cNvPr id="202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0" y="4541400"/>
            <a:ext cx="5896080" cy="231084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203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0" y="2988000"/>
            <a:ext cx="2418120" cy="38880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5895720" y="801000"/>
            <a:ext cx="5411880" cy="50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</a:pPr>
            <a:endParaRPr b="0" sz="2400" spc="-1" strike="noStrike">
              <a:solidFill>
                <a:schemeClr val="dk2"/>
              </a:solidFill>
              <a:latin typeface="Univers Condensed Light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4" dur="indefinite" restart="never" nodeType="tmRoot">
          <p:childTnLst>
            <p:seq>
              <p:cTn id="85" dur="indefinite" nodeType="mainSeq">
                <p:childTnLst>
                  <p:par>
                    <p:cTn id="86" fill="hold">
                      <p:stCondLst>
                        <p:cond delay="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nodeType="after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90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1" dur="50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500"/>
                            </p:stCondLst>
                            <p:childTnLst>
                              <p:par>
                                <p:cTn id="93" nodeType="afterEffect" fill="hold" presetClass="entr" presetID="2" presetSubtype="8">
                                  <p:stCondLst>
                                    <p:cond delay="0"/>
                                  </p:stCondLst>
                                  <p:endCondLst>
                                    <p:cond delay="0" evt="begin">
                                      <p:tn val="9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95" dur="10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6" dur="10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Univers Condensed Light"/>
            </a:endParaRPr>
          </a:p>
        </p:txBody>
      </p:sp>
      <p:pic>
        <p:nvPicPr>
          <p:cNvPr id="206" name="Picture 3" descr="Een abstract genetisch concept"/>
          <p:cNvPicPr/>
          <p:nvPr/>
        </p:nvPicPr>
        <p:blipFill>
          <a:blip r:embed="rId1"/>
          <a:srcRect l="0" t="24460" r="0" b="1929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207" name="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760"/>
            <a:ext cx="8521560" cy="6857640"/>
          </a:xfrm>
          <a:prstGeom prst="rect">
            <a:avLst/>
          </a:prstGeom>
          <a:gradFill rotWithShape="0">
            <a:gsLst>
              <a:gs pos="0">
                <a:srgbClr val="000000">
                  <a:alpha val="0"/>
                </a:srgbClr>
              </a:gs>
              <a:gs pos="33000">
                <a:srgbClr val="000000">
                  <a:alpha val="20000"/>
                </a:srgbClr>
              </a:gs>
              <a:gs pos="58000">
                <a:srgbClr val="000000">
                  <a:alpha val="30000"/>
                </a:srgbClr>
              </a:gs>
              <a:gs pos="100000">
                <a:srgbClr val="000000">
                  <a:alpha val="30000"/>
                </a:srgbClr>
              </a:gs>
            </a:gsLst>
            <a:lin ang="10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Univers Condensed Light"/>
            </a:endParaRPr>
          </a:p>
        </p:txBody>
      </p:sp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1104840" y="871560"/>
            <a:ext cx="6514920" cy="320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i="1" lang="en-US" sz="6600" spc="-1" strike="noStrike" cap="all">
                <a:solidFill>
                  <a:srgbClr val="ffffff"/>
                </a:solidFill>
                <a:latin typeface="Poppins Black"/>
              </a:rPr>
              <a:t>Q&amp;A</a:t>
            </a:r>
            <a:endParaRPr b="0" sz="6600" spc="-1" strike="noStrike">
              <a:solidFill>
                <a:schemeClr val="dk1"/>
              </a:solidFill>
              <a:latin typeface="Univers Condensed Light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subTitle"/>
          </p:nvPr>
        </p:nvSpPr>
        <p:spPr>
          <a:xfrm>
            <a:off x="1104840" y="4464360"/>
            <a:ext cx="5208120" cy="105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1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1400" spc="299" strike="noStrike" cap="all">
                <a:solidFill>
                  <a:srgbClr val="ffffff"/>
                </a:solidFill>
                <a:latin typeface="Poppins"/>
              </a:rPr>
              <a:t>Questions?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10" name="Straight Connecto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9339120" y="3065760"/>
            <a:ext cx="2853000" cy="379800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  <p:cxnSp>
        <p:nvCxnSpPr>
          <p:cNvPr id="211" name="Straight Connecto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10172520" y="0"/>
            <a:ext cx="1358640" cy="6858360"/>
          </a:xfrm>
          <a:prstGeom prst="straightConnector1">
            <a:avLst/>
          </a:prstGeom>
          <a:ln w="12700">
            <a:solidFill>
              <a:srgbClr val="ba9ca0">
                <a:alpha val="70000"/>
              </a:srgbClr>
            </a:solidFill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7" dur="indefinite" restart="never" nodeType="tmRoot">
          <p:childTnLst>
            <p:seq>
              <p:cTn id="98" dur="indefinite" nodeType="mainSeq"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nodeType="after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03" dur="7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04" dur="7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700"/>
                            </p:stCondLst>
                            <p:childTnLst>
                              <p:par>
                                <p:cTn id="106" nodeType="afterEffect" fill="hold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08" dur="500" fill="hold"/>
                                        <p:tgtEl>
                                          <p:spTgt spid="2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09" dur="500" fill="hold"/>
                                        <p:tgtEl>
                                          <p:spTgt spid="2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AngleLinesVTI">
  <a:themeElements>
    <a:clrScheme name="Custom 34">
      <a:dk1>
        <a:srgbClr val="000000"/>
      </a:dk1>
      <a:lt1>
        <a:srgbClr val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 pitchFamily="0" charset="1"/>
        <a:ea typeface=""/>
        <a:cs typeface=""/>
      </a:majorFont>
      <a:minorFont>
        <a:latin typeface="Univers Condensed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ngleLinesVTI">
  <a:themeElements>
    <a:clrScheme name="Custom 34">
      <a:dk1>
        <a:srgbClr val="000000"/>
      </a:dk1>
      <a:lt1>
        <a:srgbClr val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 pitchFamily="0" charset="1"/>
        <a:ea typeface=""/>
        <a:cs typeface=""/>
      </a:majorFont>
      <a:minorFont>
        <a:latin typeface="Univers Condensed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ngleLinesVTI">
  <a:themeElements>
    <a:clrScheme name="Custom 34">
      <a:dk1>
        <a:srgbClr val="000000"/>
      </a:dk1>
      <a:lt1>
        <a:srgbClr val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 pitchFamily="0" charset="1"/>
        <a:ea typeface=""/>
        <a:cs typeface=""/>
      </a:majorFont>
      <a:minorFont>
        <a:latin typeface="Univers Condensed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ngleLinesVTI">
  <a:themeElements>
    <a:clrScheme name="Custom 34">
      <a:dk1>
        <a:srgbClr val="000000"/>
      </a:dk1>
      <a:lt1>
        <a:srgbClr val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 pitchFamily="0" charset="1"/>
        <a:ea typeface=""/>
        <a:cs typeface=""/>
      </a:majorFont>
      <a:minorFont>
        <a:latin typeface="Univers Condensed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ngleLinesVTI">
  <a:themeElements>
    <a:clrScheme name="Custom 34">
      <a:dk1>
        <a:srgbClr val="000000"/>
      </a:dk1>
      <a:lt1>
        <a:srgbClr val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 pitchFamily="0" charset="1"/>
        <a:ea typeface=""/>
        <a:cs typeface=""/>
      </a:majorFont>
      <a:minorFont>
        <a:latin typeface="Univers Condensed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AngleLinesVTI">
  <a:themeElements>
    <a:clrScheme name="Custom 34">
      <a:dk1>
        <a:srgbClr val="000000"/>
      </a:dk1>
      <a:lt1>
        <a:srgbClr val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 pitchFamily="0" charset="1"/>
        <a:ea typeface=""/>
        <a:cs typeface=""/>
      </a:majorFont>
      <a:minorFont>
        <a:latin typeface="Univers Condensed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AngleLinesVTI">
  <a:themeElements>
    <a:clrScheme name="Custom 34">
      <a:dk1>
        <a:srgbClr val="000000"/>
      </a:dk1>
      <a:lt1>
        <a:srgbClr val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 pitchFamily="0" charset="1"/>
        <a:ea typeface=""/>
        <a:cs typeface=""/>
      </a:majorFont>
      <a:minorFont>
        <a:latin typeface="Univers Condensed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AngleLinesVTI">
  <a:themeElements>
    <a:clrScheme name="Custom 34">
      <a:dk1>
        <a:srgbClr val="000000"/>
      </a:dk1>
      <a:lt1>
        <a:srgbClr val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 pitchFamily="0" charset="1"/>
        <a:ea typeface=""/>
        <a:cs typeface=""/>
      </a:majorFont>
      <a:minorFont>
        <a:latin typeface="Univers Condensed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AngleLinesVTI">
  <a:themeElements>
    <a:clrScheme name="Custom 34">
      <a:dk1>
        <a:srgbClr val="000000"/>
      </a:dk1>
      <a:lt1>
        <a:srgbClr val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 pitchFamily="0" charset="1"/>
        <a:ea typeface=""/>
        <a:cs typeface=""/>
      </a:majorFont>
      <a:minorFont>
        <a:latin typeface="Univers Condensed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AngleLinesVTI">
  <a:themeElements>
    <a:clrScheme name="Custom 34">
      <a:dk1>
        <a:srgbClr val="000000"/>
      </a:dk1>
      <a:lt1>
        <a:srgbClr val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 pitchFamily="0" charset="1"/>
        <a:ea typeface=""/>
        <a:cs typeface=""/>
      </a:majorFont>
      <a:minorFont>
        <a:latin typeface="Univers Condensed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AngleLinesVTI">
  <a:themeElements>
    <a:clrScheme name="Custom 34">
      <a:dk1>
        <a:srgbClr val="000000"/>
      </a:dk1>
      <a:lt1>
        <a:srgbClr val="ffffff"/>
      </a:lt1>
      <a:dk2>
        <a:srgbClr val="001e2e"/>
      </a:dk2>
      <a:lt2>
        <a:srgbClr val="f0ecec"/>
      </a:lt2>
      <a:accent1>
        <a:srgbClr val="155767"/>
      </a:accent1>
      <a:accent2>
        <a:srgbClr val="ba9ca0"/>
      </a:accent2>
      <a:accent3>
        <a:srgbClr val="a57931"/>
      </a:accent3>
      <a:accent4>
        <a:srgbClr val="0e577c"/>
      </a:accent4>
      <a:accent5>
        <a:srgbClr val="cc846e"/>
      </a:accent5>
      <a:accent6>
        <a:srgbClr val="93767a"/>
      </a:accent6>
      <a:hlink>
        <a:srgbClr val="0563c1"/>
      </a:hlink>
      <a:folHlink>
        <a:srgbClr val="954f72"/>
      </a:folHlink>
    </a:clrScheme>
    <a:fontScheme name="Walbaum Light Univers Light">
      <a:majorFont>
        <a:latin typeface="Walbaum Display Light" pitchFamily="0" charset="1"/>
        <a:ea typeface=""/>
        <a:cs typeface=""/>
      </a:majorFont>
      <a:minorFont>
        <a:latin typeface="Univers Condensed Light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b59238a-9023-43db-903f-75d9f5f172eb">
      <Terms xmlns="http://schemas.microsoft.com/office/infopath/2007/PartnerControls"/>
    </lcf76f155ced4ddcb4097134ff3c332f>
    <TaxCatchAll xmlns="e1dcadd2-d7c4-43c2-be38-486e52ef01c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03894468E92C742A6A1C2A2137DD038" ma:contentTypeVersion="11" ma:contentTypeDescription="Een nieuw document maken." ma:contentTypeScope="" ma:versionID="0d16d77813ee75ff99622e6273e0c8cf">
  <xsd:schema xmlns:xsd="http://www.w3.org/2001/XMLSchema" xmlns:xs="http://www.w3.org/2001/XMLSchema" xmlns:p="http://schemas.microsoft.com/office/2006/metadata/properties" xmlns:ns2="ab59238a-9023-43db-903f-75d9f5f172eb" xmlns:ns3="e1dcadd2-d7c4-43c2-be38-486e52ef01c3" targetNamespace="http://schemas.microsoft.com/office/2006/metadata/properties" ma:root="true" ma:fieldsID="6a5dea6170850b6ac61bc5779d9da408" ns2:_="" ns3:_="">
    <xsd:import namespace="ab59238a-9023-43db-903f-75d9f5f172eb"/>
    <xsd:import namespace="e1dcadd2-d7c4-43c2-be38-486e52ef01c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59238a-9023-43db-903f-75d9f5f172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Afbeeldingtags" ma:readOnly="false" ma:fieldId="{5cf76f15-5ced-4ddc-b409-7134ff3c332f}" ma:taxonomyMulti="true" ma:sspId="1cf77c6f-7d90-4f59-9429-7beb7326011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dcadd2-d7c4-43c2-be38-486e52ef01c3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936e21a-f5d5-4ddd-9ddb-2a410c85173f}" ma:internalName="TaxCatchAll" ma:showField="CatchAllData" ma:web="e1dcadd2-d7c4-43c2-be38-486e52ef01c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A7E3945-E030-4AE3-8AF9-3B38A782E0B4}">
  <ds:schemaRefs>
    <ds:schemaRef ds:uri="e1dcadd2-d7c4-43c2-be38-486e52ef01c3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schemas.microsoft.com/office/infopath/2007/PartnerControls"/>
    <ds:schemaRef ds:uri="ab59238a-9023-43db-903f-75d9f5f172eb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7944F00-843A-40CF-A192-14A2BDEB39D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2270D90-79C0-4E05-BE04-AC594DCD3D4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59238a-9023-43db-903f-75d9f5f172eb"/>
    <ds:schemaRef ds:uri="e1dcadd2-d7c4-43c2-be38-486e52ef01c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803</Words>
  <Paragraphs>665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2025-02-25T13:41:32Z</dcterms:created>
  <dc:creator>Wetzels,Stijn S.H.</dc:creator>
  <dc:description/>
  <dc:language>en-US</dc:language>
  <cp:lastModifiedBy>Wetzels,Stijn S.H.</cp:lastModifiedBy>
  <dcterms:modified xsi:type="dcterms:W3CDTF">2025-09-10T10:33:30Z</dcterms:modified>
  <cp:revision>117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0x010100F03894468E92C742A6A1C2A2137DD038</vt:lpwstr>
  </property>
  <property fmtid="{D5CDD505-2E9C-101B-9397-08002B2CF9AE}" pid="3" name="MediaServiceImageTags">
    <vt:lpwstr/>
  </property>
  <property fmtid="{D5CDD505-2E9C-101B-9397-08002B2CF9AE}" pid="4" name="Notes">
    <vt:i4>7</vt:i4>
  </property>
  <property fmtid="{D5CDD505-2E9C-101B-9397-08002B2CF9AE}" pid="5" name="PresentationFormat">
    <vt:lpwstr>Widescreen</vt:lpwstr>
  </property>
  <property fmtid="{D5CDD505-2E9C-101B-9397-08002B2CF9AE}" pid="6" name="Slides">
    <vt:i4>10</vt:i4>
  </property>
</Properties>
</file>