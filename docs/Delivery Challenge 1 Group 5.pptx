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BDD4DE4-183C-4FD5-8CE7-1CC5B92D41F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F6D6E2-8BA6-4FCA-9BA3-1E71F1DE0B7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FEDEB5-52D6-4E9F-AA48-596B4425E23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BB31CB-228D-4320-86E3-6D4BE27DA7C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CE36FE-CFB0-4381-AE59-702717C55A8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63DF4A-48BB-4613-A077-2C4B48489E2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01417C-B2DE-4C7D-B176-6D314BA306F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ptos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4E40B6-ACDB-4A77-BC04-343D81A0FD3F}" type="slidenum">
              <a:rPr b="0" lang="en-US" sz="1200" spc="-1" strike="noStrike">
                <a:solidFill>
                  <a:srgbClr val="000000"/>
                </a:solidFill>
                <a:latin typeface="Aptos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3EE791-E6B5-4E99-990D-D91D9837FE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FB5BE2-81DC-412C-B04A-26CD57862A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EFF4B85-D174-44A8-A26B-1E594A91D7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677621-7B20-4FE5-96D1-2531918419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C3443C9-3325-474F-BDD4-7F1525838F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F64E8FB-3E8E-4E75-A883-C9E62813AD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C39D8BD-9195-4342-A95F-F9FF911A55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E3FA0CDA-10E3-4C85-863B-25DB1FCE83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1DB2D99-7CC0-418F-9073-C53FFEFEC8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3067807-F6E2-4DF8-9845-B6D3188566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A1233BF-CB22-45FD-85BF-0AB6A77D87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4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6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1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2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6B9C6A-F5BD-4A54-AF66-6E35E76B58EC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3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5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6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7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8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9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0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ftr" idx="4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5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6885C8-58C5-4192-BD33-579CAF4767A9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6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5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6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7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8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29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0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ftr" idx="7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8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89D901-4FED-41AE-AD0D-4D6DA85C0B50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9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5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6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7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8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39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40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10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11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B7DC8F-0CED-4F16-8965-9F095B40CD7B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12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49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0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1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2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3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4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ftr" idx="13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4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68AD29-735E-4129-91B0-0F26161DABDF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15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59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60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61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62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63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64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16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7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BA194A-9E76-47A1-888C-0F2F18B2023D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dt" idx="18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75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76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77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78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79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80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81" name="PlaceHolder 1"/>
          <p:cNvSpPr>
            <a:spLocks noGrp="1"/>
          </p:cNvSpPr>
          <p:nvPr>
            <p:ph type="ftr" idx="19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20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E8EAAE-6A8C-49D9-B87E-604776EA4918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21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85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86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87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88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89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90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302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22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23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9A2705-EBE5-4D78-8B16-471DFEA06B44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24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97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98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99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00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01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02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03" name="PlaceHolder 1"/>
          <p:cNvSpPr>
            <a:spLocks noGrp="1"/>
          </p:cNvSpPr>
          <p:nvPr>
            <p:ph type="ftr" idx="25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26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9E7167-8196-42D1-B181-C0564204C33B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27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07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08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09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10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11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12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13" name="PlaceHolder 1"/>
          <p:cNvSpPr>
            <a:spLocks noGrp="1"/>
          </p:cNvSpPr>
          <p:nvPr>
            <p:ph type="ftr" idx="28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29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D4ABEA-FC5C-4B25-BD36-F2B07B618EBE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30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Connector 20"/>
          <p:cNvCxnSpPr/>
          <p:nvPr/>
        </p:nvCxnSpPr>
        <p:spPr>
          <a:xfrm flipH="1">
            <a:off x="0" y="0"/>
            <a:ext cx="3120120" cy="686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17" name="Straight Connector 21"/>
          <p:cNvCxnSpPr/>
          <p:nvPr/>
        </p:nvCxnSpPr>
        <p:spPr>
          <a:xfrm flipH="1">
            <a:off x="0" y="0"/>
            <a:ext cx="904320" cy="654408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18" name="Straight Connector 22"/>
          <p:cNvCxnSpPr/>
          <p:nvPr/>
        </p:nvCxnSpPr>
        <p:spPr>
          <a:xfrm flipH="1" flipV="1">
            <a:off x="-42840" y="5790960"/>
            <a:ext cx="6287040" cy="10677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19" name="Straight Connector 23"/>
          <p:cNvCxnSpPr/>
          <p:nvPr/>
        </p:nvCxnSpPr>
        <p:spPr>
          <a:xfrm flipH="1">
            <a:off x="8462880" y="5848200"/>
            <a:ext cx="3729600" cy="10105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20" name="Straight Connector 24"/>
          <p:cNvCxnSpPr/>
          <p:nvPr/>
        </p:nvCxnSpPr>
        <p:spPr>
          <a:xfrm flipH="1">
            <a:off x="11543040" y="1647720"/>
            <a:ext cx="649440" cy="52110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21" name="Straight Connector 25"/>
          <p:cNvCxnSpPr/>
          <p:nvPr/>
        </p:nvCxnSpPr>
        <p:spPr>
          <a:xfrm flipH="1" flipV="1">
            <a:off x="10781280" y="0"/>
            <a:ext cx="1411200" cy="42588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22" name="Straight Connector 26"/>
          <p:cNvCxnSpPr/>
          <p:nvPr/>
        </p:nvCxnSpPr>
        <p:spPr>
          <a:xfrm flipH="1" flipV="1">
            <a:off x="6529320" y="-4680"/>
            <a:ext cx="5663160" cy="9324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23" name="PlaceHolder 1"/>
          <p:cNvSpPr>
            <a:spLocks noGrp="1"/>
          </p:cNvSpPr>
          <p:nvPr>
            <p:ph type="ftr" idx="31"/>
          </p:nvPr>
        </p:nvSpPr>
        <p:spPr>
          <a:xfrm>
            <a:off x="154440" y="6399000"/>
            <a:ext cx="4496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32"/>
          </p:nvPr>
        </p:nvSpPr>
        <p:spPr>
          <a:xfrm>
            <a:off x="11602440" y="6399000"/>
            <a:ext cx="4701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2"/>
                </a:solidFill>
                <a:latin typeface="Univers Condensed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42C370-CCE3-4290-8D9B-E74A01283AAE}" type="slidenum">
              <a:rPr b="0" lang="en-US" sz="1100" spc="-1" strike="noStrike">
                <a:solidFill>
                  <a:schemeClr val="dk2"/>
                </a:solidFill>
                <a:latin typeface="Univers Condensed Light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33"/>
          </p:nvPr>
        </p:nvSpPr>
        <p:spPr>
          <a:xfrm>
            <a:off x="7337160" y="6399000"/>
            <a:ext cx="41932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2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pic>
        <p:nvPicPr>
          <p:cNvPr id="133" name="Picture 3" descr="Een abstract genetisch concept"/>
          <p:cNvPicPr/>
          <p:nvPr/>
        </p:nvPicPr>
        <p:blipFill>
          <a:blip r:embed="rId1"/>
          <a:srcRect l="0" t="24460" r="0" b="1929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134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60"/>
            <a:ext cx="8521200" cy="68572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20000"/>
                </a:srgbClr>
              </a:gs>
              <a:gs pos="58000">
                <a:srgbClr val="000000">
                  <a:alpha val="30000"/>
                </a:srgbClr>
              </a:gs>
              <a:gs pos="100000">
                <a:srgbClr val="000000">
                  <a:alpha val="3000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104840" y="871560"/>
            <a:ext cx="6514560" cy="32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6600" spc="-1" strike="noStrike" cap="all">
                <a:solidFill>
                  <a:srgbClr val="ffffff"/>
                </a:solidFill>
                <a:latin typeface="Poppins Black"/>
              </a:rPr>
              <a:t>Robogripper challenge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1104840" y="4464360"/>
            <a:ext cx="520776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296" strike="noStrike" cap="all">
                <a:solidFill>
                  <a:srgbClr val="ffffff"/>
                </a:solidFill>
                <a:latin typeface="Poppins"/>
              </a:rPr>
              <a:t>Group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296" strike="noStrike" cap="all">
                <a:solidFill>
                  <a:srgbClr val="ffffff"/>
                </a:solidFill>
                <a:latin typeface="Poppins"/>
              </a:rPr>
              <a:t>Samuele, aleksander, thijn, dijm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296" strike="noStrike" cap="all">
                <a:solidFill>
                  <a:srgbClr val="ffffff"/>
                </a:solidFill>
                <a:latin typeface="Poppins"/>
              </a:rPr>
              <a:t>Adaptive robotics september 2025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7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9339120" y="3065760"/>
            <a:ext cx="2853360" cy="379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38" name="Straight Connecto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10172520" y="0"/>
            <a:ext cx="1359000" cy="68587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7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7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40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0"/>
            <a:ext cx="5676120" cy="6869160"/>
          </a:xfrm>
          <a:custGeom>
            <a:avLst/>
            <a:gdLst>
              <a:gd name="textAreaLeft" fmla="*/ 0 w 5676120"/>
              <a:gd name="textAreaRight" fmla="*/ 5676840 w 5676120"/>
              <a:gd name="textAreaTop" fmla="*/ 0 h 6869160"/>
              <a:gd name="textAreaBottom" fmla="*/ 6869880 h 6869160"/>
            </a:gdLst>
            <a:ahLst/>
            <a:rect l="textAreaLeft" t="textAreaTop" r="textAreaRight" b="textAreaBottom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83800" y="801000"/>
            <a:ext cx="4374000" cy="35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dk2"/>
                </a:solidFill>
                <a:latin typeface="Poppins"/>
              </a:rPr>
              <a:t>Context &amp; Assignments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4541400"/>
            <a:ext cx="5896440" cy="23112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43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2988000"/>
            <a:ext cx="2418480" cy="388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672880" y="801000"/>
            <a:ext cx="5411520" cy="50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1e2e"/>
              </a:buClr>
              <a:buSzPct val="80000"/>
              <a:buFont typeface="Calibri"/>
              <a:buChar char="-"/>
            </a:pPr>
            <a:r>
              <a:rPr b="0" lang="en-US" sz="2400" spc="-1" strike="noStrike">
                <a:solidFill>
                  <a:schemeClr val="dk2"/>
                </a:solidFill>
                <a:latin typeface="Poppins"/>
              </a:rPr>
              <a:t>Design a gripper that attaches to a Universal Robots Manipulator tooling hinge.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1e2e"/>
              </a:buClr>
              <a:buSzPct val="80000"/>
              <a:buFont typeface="Calibri"/>
              <a:buChar char="-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Poppins"/>
              </a:rPr>
              <a:t>Take into account pre-determined constraints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1e2e"/>
              </a:buClr>
              <a:buSzPct val="80000"/>
              <a:buFont typeface="Calibri"/>
              <a:buChar char="-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Poppins"/>
              </a:rPr>
              <a:t>Write scripts for the manipulator to execute actions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" dur="indefinite" restart="never" nodeType="tmRoot">
          <p:childTnLst>
            <p:seq>
              <p:cTn id="27" dur="indefinite" nodeType="mainSeq"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46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0"/>
            <a:ext cx="5676120" cy="6869160"/>
          </a:xfrm>
          <a:custGeom>
            <a:avLst/>
            <a:gdLst>
              <a:gd name="textAreaLeft" fmla="*/ 0 w 5676120"/>
              <a:gd name="textAreaRight" fmla="*/ 5676840 w 5676120"/>
              <a:gd name="textAreaTop" fmla="*/ 0 h 6869160"/>
              <a:gd name="textAreaBottom" fmla="*/ 6869880 h 6869160"/>
            </a:gdLst>
            <a:ahLst/>
            <a:rect l="textAreaLeft" t="textAreaTop" r="textAreaRight" b="textAreaBottom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83800" y="801000"/>
            <a:ext cx="4065120" cy="35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rgbClr val="001e2e"/>
                </a:solidFill>
                <a:latin typeface="Poppins"/>
              </a:rPr>
              <a:t>Modeling</a:t>
            </a:r>
            <a:br>
              <a:rPr sz="4400"/>
            </a:b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8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4541400"/>
            <a:ext cx="5896440" cy="23112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49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2988000"/>
            <a:ext cx="2418480" cy="388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50" name="Tijdelijke aanduiding voor inhoud 6"/>
          <p:cNvSpPr/>
          <p:nvPr/>
        </p:nvSpPr>
        <p:spPr>
          <a:xfrm>
            <a:off x="6048000" y="953280"/>
            <a:ext cx="5411520" cy="50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5673960" y="1395000"/>
            <a:ext cx="56498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Development and design made in SolidWorks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Many iterations available for viewing on github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The "Camera shutter mechanism" was the starting point of the development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53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0"/>
            <a:ext cx="5676120" cy="6869160"/>
          </a:xfrm>
          <a:custGeom>
            <a:avLst/>
            <a:gdLst>
              <a:gd name="textAreaLeft" fmla="*/ 0 w 5676120"/>
              <a:gd name="textAreaRight" fmla="*/ 5676840 w 5676120"/>
              <a:gd name="textAreaTop" fmla="*/ 0 h 6869160"/>
              <a:gd name="textAreaBottom" fmla="*/ 6869880 h 6869160"/>
            </a:gdLst>
            <a:ahLst/>
            <a:rect l="textAreaLeft" t="textAreaTop" r="textAreaRight" b="textAreaBottom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83800" y="801000"/>
            <a:ext cx="4065120" cy="35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rgbClr val="001e2e"/>
                </a:solidFill>
                <a:latin typeface="Poppins"/>
              </a:rPr>
              <a:t>Firmware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5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4541400"/>
            <a:ext cx="5896440" cy="23112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56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2988000"/>
            <a:ext cx="2418480" cy="388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57" name="Tijdelijke aanduiding voor inhoud 6"/>
          <p:cNvSpPr/>
          <p:nvPr/>
        </p:nvSpPr>
        <p:spPr>
          <a:xfrm>
            <a:off x="6048000" y="953280"/>
            <a:ext cx="5411520" cy="50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5509800" y="949680"/>
            <a:ext cx="668160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Arduino one controller developed with C++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Schematics developed with KiCad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314880" y="2971800"/>
            <a:ext cx="5143320" cy="342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" dur="indefinite" restart="never" nodeType="tmRoot">
          <p:childTnLst>
            <p:seq>
              <p:cTn id="48" dur="indefinite" nodeType="mainSeq"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61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0"/>
            <a:ext cx="5676120" cy="6869160"/>
          </a:xfrm>
          <a:custGeom>
            <a:avLst/>
            <a:gdLst>
              <a:gd name="textAreaLeft" fmla="*/ 0 w 5676120"/>
              <a:gd name="textAreaRight" fmla="*/ 5676840 w 5676120"/>
              <a:gd name="textAreaTop" fmla="*/ 0 h 6869160"/>
              <a:gd name="textAreaBottom" fmla="*/ 6869880 h 6869160"/>
            </a:gdLst>
            <a:ahLst/>
            <a:rect l="textAreaLeft" t="textAreaTop" r="textAreaRight" b="textAreaBottom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83800" y="801000"/>
            <a:ext cx="4065120" cy="35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rgbClr val="001e2e"/>
                </a:solidFill>
                <a:latin typeface="Poppins"/>
              </a:rPr>
              <a:t>URS SCripts</a:t>
            </a:r>
            <a:br>
              <a:rPr sz="4400"/>
            </a:b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3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4541400"/>
            <a:ext cx="5896440" cy="23112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6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2988000"/>
            <a:ext cx="2418480" cy="388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65" name="Tijdelijke aanduiding voor inhoud 6"/>
          <p:cNvSpPr/>
          <p:nvPr/>
        </p:nvSpPr>
        <p:spPr>
          <a:xfrm>
            <a:off x="6048000" y="953280"/>
            <a:ext cx="5411520" cy="50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8"/>
          <p:cNvSpPr/>
          <p:nvPr/>
        </p:nvSpPr>
        <p:spPr>
          <a:xfrm>
            <a:off x="5509800" y="949680"/>
            <a:ext cx="668160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Scripts developed using URSL (Universal Robots Script Language)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Polyscope utils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200400" y="2971800"/>
            <a:ext cx="6571800" cy="336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" dur="indefinite" restart="never" nodeType="tmRoot">
          <p:childTnLst>
            <p:seq>
              <p:cTn id="56" dur="indefinite" nodeType="mainSeq"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8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69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0"/>
            <a:ext cx="5676120" cy="6869160"/>
          </a:xfrm>
          <a:custGeom>
            <a:avLst/>
            <a:gdLst>
              <a:gd name="textAreaLeft" fmla="*/ 0 w 5676120"/>
              <a:gd name="textAreaRight" fmla="*/ 5676840 w 5676120"/>
              <a:gd name="textAreaTop" fmla="*/ 0 h 6869160"/>
              <a:gd name="textAreaBottom" fmla="*/ 6869880 h 6869160"/>
            </a:gdLst>
            <a:ahLst/>
            <a:rect l="textAreaLeft" t="textAreaTop" r="textAreaRight" b="textAreaBottom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83800" y="801000"/>
            <a:ext cx="4065120" cy="35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Reflections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1" name="Straight Connecto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4541400"/>
            <a:ext cx="5896440" cy="23112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72" name="Straight Connecto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2988000"/>
            <a:ext cx="2418480" cy="388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73" name="Tijdelijke aanduiding voor inhoud 1"/>
          <p:cNvSpPr/>
          <p:nvPr/>
        </p:nvSpPr>
        <p:spPr>
          <a:xfrm>
            <a:off x="6048000" y="953280"/>
            <a:ext cx="5411520" cy="505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"/>
          <p:cNvSpPr/>
          <p:nvPr/>
        </p:nvSpPr>
        <p:spPr>
          <a:xfrm>
            <a:off x="5509800" y="949680"/>
            <a:ext cx="6681600" cy="35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Missing force sensors: what would happen in a production environment?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- Product damage / scraps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- Tool damage over time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Calibri"/>
              <a:buChar char="-"/>
            </a:pPr>
            <a:r>
              <a:rPr b="0" lang="en-US" sz="2400" spc="-1" strike="noStrike">
                <a:solidFill>
                  <a:schemeClr val="dk1"/>
                </a:solidFill>
                <a:latin typeface="Poppins"/>
              </a:rPr>
              <a:t>- Is not adaptive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0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76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20" y="0"/>
            <a:ext cx="5676120" cy="6869160"/>
          </a:xfrm>
          <a:custGeom>
            <a:avLst/>
            <a:gdLst>
              <a:gd name="textAreaLeft" fmla="*/ 0 w 5676120"/>
              <a:gd name="textAreaRight" fmla="*/ 5676840 w 5676120"/>
              <a:gd name="textAreaTop" fmla="*/ 0 h 6869160"/>
              <a:gd name="textAreaBottom" fmla="*/ 6869880 h 6869160"/>
            </a:gdLst>
            <a:ahLst/>
            <a:rect l="textAreaLeft" t="textAreaTop" r="textAreaRight" b="textAreaBottom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Univers Condensed Light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83800" y="801000"/>
            <a:ext cx="4065120" cy="351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 cap="all">
                <a:solidFill>
                  <a:schemeClr val="dk2"/>
                </a:solidFill>
                <a:latin typeface="Poppins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8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4541400"/>
            <a:ext cx="5896440" cy="231120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79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0" y="2988000"/>
            <a:ext cx="2418480" cy="388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5896080" y="-257040"/>
            <a:ext cx="5411520" cy="50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333" lnSpcReduction="10000"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Univers Condensed Light"/>
              </a:rPr>
              <a:t>What went good: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Univers Condensed Light"/>
              </a:rPr>
              <a:t>It was fun to come up with different ideas and work on them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Univers Condensed Light"/>
              </a:rPr>
              <a:t>What went bad: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2"/>
                </a:solidFill>
                <a:latin typeface="Univers Condensed Light"/>
              </a:rPr>
              <a:t>We should have had a more organized work process, as we encountered many issues at the end.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nodeType="afterEffect" fill="hold" presetClass="entr" presetID="2" presetSubtype="8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1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Univers Condensed Light"/>
            </a:endParaRPr>
          </a:p>
        </p:txBody>
      </p:sp>
      <p:pic>
        <p:nvPicPr>
          <p:cNvPr id="182" name="Picture 3" descr="Een abstract genetisch concept"/>
          <p:cNvPicPr/>
          <p:nvPr/>
        </p:nvPicPr>
        <p:blipFill>
          <a:blip r:embed="rId1"/>
          <a:srcRect l="0" t="24460" r="0" b="19291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183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60"/>
            <a:ext cx="8521200" cy="685728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20000"/>
                </a:srgbClr>
              </a:gs>
              <a:gs pos="58000">
                <a:srgbClr val="000000">
                  <a:alpha val="30000"/>
                </a:srgbClr>
              </a:gs>
              <a:gs pos="100000">
                <a:srgbClr val="000000">
                  <a:alpha val="3000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Univers Condensed Light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104840" y="871560"/>
            <a:ext cx="6514560" cy="320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i="1" lang="en-US" sz="6600" spc="-1" strike="noStrike" cap="all">
                <a:solidFill>
                  <a:srgbClr val="ffffff"/>
                </a:solidFill>
                <a:latin typeface="Poppins Black"/>
              </a:rPr>
              <a:t>Q&amp;A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ubTitle"/>
          </p:nvPr>
        </p:nvSpPr>
        <p:spPr>
          <a:xfrm>
            <a:off x="1104840" y="4464360"/>
            <a:ext cx="520776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296" strike="noStrike" cap="all">
                <a:solidFill>
                  <a:srgbClr val="ffffff"/>
                </a:solidFill>
                <a:latin typeface="Poppins"/>
              </a:rPr>
              <a:t>Questions?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6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9339120" y="3065760"/>
            <a:ext cx="2853360" cy="379836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  <p:cxnSp>
        <p:nvCxnSpPr>
          <p:cNvPr id="187" name="Straight Connector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10172520" y="0"/>
            <a:ext cx="1359000" cy="6858720"/>
          </a:xfrm>
          <a:prstGeom prst="straightConnector1">
            <a:avLst/>
          </a:prstGeom>
          <a:ln w="12700">
            <a:solidFill>
              <a:srgbClr val="ba9ca0">
                <a:alpha val="70000"/>
              </a:srgbClr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" dur="indefinite" restart="never" nodeType="tmRoot">
          <p:childTnLst>
            <p:seq>
              <p:cTn id="85" dur="indefinite" nodeType="mainSeq"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0" dur="7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" dur="7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"/>
                            </p:stCondLst>
                            <p:childTnLst>
                              <p:par>
                                <p:cTn id="93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5" dur="50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500" fill="hold"/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AngleLinesVTI">
  <a:themeElements>
    <a:clrScheme name="Custom 34">
      <a:dk1>
        <a:srgbClr val="000000"/>
      </a:dk1>
      <a:lt1>
        <a:srgbClr val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 pitchFamily="0" charset="1"/>
        <a:ea typeface=""/>
        <a:cs typeface=""/>
      </a:majorFont>
      <a:minorFont>
        <a:latin typeface="Univers Condensed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59238a-9023-43db-903f-75d9f5f172eb">
      <Terms xmlns="http://schemas.microsoft.com/office/infopath/2007/PartnerControls"/>
    </lcf76f155ced4ddcb4097134ff3c332f>
    <TaxCatchAll xmlns="e1dcadd2-d7c4-43c2-be38-486e52ef01c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3894468E92C742A6A1C2A2137DD038" ma:contentTypeVersion="11" ma:contentTypeDescription="Een nieuw document maken." ma:contentTypeScope="" ma:versionID="0d16d77813ee75ff99622e6273e0c8cf">
  <xsd:schema xmlns:xsd="http://www.w3.org/2001/XMLSchema" xmlns:xs="http://www.w3.org/2001/XMLSchema" xmlns:p="http://schemas.microsoft.com/office/2006/metadata/properties" xmlns:ns2="ab59238a-9023-43db-903f-75d9f5f172eb" xmlns:ns3="e1dcadd2-d7c4-43c2-be38-486e52ef01c3" targetNamespace="http://schemas.microsoft.com/office/2006/metadata/properties" ma:root="true" ma:fieldsID="6a5dea6170850b6ac61bc5779d9da408" ns2:_="" ns3:_="">
    <xsd:import namespace="ab59238a-9023-43db-903f-75d9f5f172eb"/>
    <xsd:import namespace="e1dcadd2-d7c4-43c2-be38-486e52ef01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59238a-9023-43db-903f-75d9f5f17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cf77c6f-7d90-4f59-9429-7beb732601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cadd2-d7c4-43c2-be38-486e52ef01c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936e21a-f5d5-4ddd-9ddb-2a410c85173f}" ma:internalName="TaxCatchAll" ma:showField="CatchAllData" ma:web="e1dcadd2-d7c4-43c2-be38-486e52ef01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7E3945-E030-4AE3-8AF9-3B38A782E0B4}">
  <ds:schemaRefs>
    <ds:schemaRef ds:uri="e1dcadd2-d7c4-43c2-be38-486e52ef01c3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ab59238a-9023-43db-903f-75d9f5f172eb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7944F00-843A-40CF-A192-14A2BDEB39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270D90-79C0-4E05-BE04-AC594DCD3D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59238a-9023-43db-903f-75d9f5f172eb"/>
    <ds:schemaRef ds:uri="e1dcadd2-d7c4-43c2-be38-486e52ef01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LibreOffice/24.2.7.2$Linux_X86_64 LibreOffice_project/420$Build-2</Application>
  <AppVersion>15.0000</AppVersion>
  <Words>803</Words>
  <Paragraphs>665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2025-02-25T13:41:32Z</dcterms:created>
  <dc:creator>Wetzels,Stijn S.H.</dc:creator>
  <dc:description/>
  <dc:language>en-US</dc:language>
  <cp:lastModifiedBy/>
  <dcterms:modified xsi:type="dcterms:W3CDTF">2025-09-11T10:46:35Z</dcterms:modified>
  <cp:revision>118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0x010100F03894468E92C742A6A1C2A2137DD038</vt:lpwstr>
  </property>
  <property fmtid="{D5CDD505-2E9C-101B-9397-08002B2CF9AE}" pid="3" name="MediaServiceImageTags">
    <vt:lpwstr/>
  </property>
  <property fmtid="{D5CDD505-2E9C-101B-9397-08002B2CF9AE}" pid="4" name="Notes">
    <vt:i4>7</vt:i4>
  </property>
  <property fmtid="{D5CDD505-2E9C-101B-9397-08002B2CF9AE}" pid="5" name="PresentationFormat">
    <vt:lpwstr>Widescreen</vt:lpwstr>
  </property>
  <property fmtid="{D5CDD505-2E9C-101B-9397-08002B2CF9AE}" pid="6" name="Slides">
    <vt:i4>10</vt:i4>
  </property>
</Properties>
</file>